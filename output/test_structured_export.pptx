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3606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0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Quy trình Triển khai Dự án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828800" cy="0"/>
          </a:xfrm>
          <a:prstGeom prst="line">
            <a:avLst/>
          </a:prstGeom>
          <a:noFill/>
          <a:ln w="38100">
            <a:solidFill>
              <a:srgbClr val="700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392424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0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392424" cy="41148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1 - Khảo sát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843784" cy="0"/>
          </a:xfrm>
          <a:prstGeom prst="line">
            <a:avLst/>
          </a:prstGeom>
          <a:noFill/>
          <a:ln w="12700">
            <a:solidFill>
              <a:srgbClr val="FF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4640"/>
            <a:ext cx="31181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yêu cầu và đánh giá hiện trạng hệ thống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41064" y="15361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007A"/>
                </a:solidFill>
              </a:rPr>
              <a:t>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98264" y="1463040"/>
            <a:ext cx="3392424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0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8264" y="1463040"/>
            <a:ext cx="3392424" cy="41148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98264" y="146304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35424" y="19659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2 - Thiết kế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72584" y="2743200"/>
            <a:ext cx="2843784" cy="0"/>
          </a:xfrm>
          <a:prstGeom prst="line">
            <a:avLst/>
          </a:prstGeom>
          <a:noFill/>
          <a:ln w="12700">
            <a:solidFill>
              <a:srgbClr val="FF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834640"/>
            <a:ext cx="31181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kiến trúc tổng thể và cơ sở dữ liệu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0688" y="15361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007A"/>
                </a:solidFill>
              </a:rPr>
              <a:t>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47888" y="1463040"/>
            <a:ext cx="3392424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00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1463040"/>
            <a:ext cx="3392424" cy="41148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46304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5048" y="19659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3 - Triển khai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522208" y="2743200"/>
            <a:ext cx="2843784" cy="0"/>
          </a:xfrm>
          <a:prstGeom prst="line">
            <a:avLst/>
          </a:prstGeom>
          <a:noFill/>
          <a:ln w="12700">
            <a:solidFill>
              <a:srgbClr val="FF0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2834640"/>
            <a:ext cx="31181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trình, tích hợp và kiểm thử tự động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3606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0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Trụ Cột Kỹ Thuật Trọng Yếu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828800" cy="0"/>
          </a:xfrm>
          <a:prstGeom prst="line">
            <a:avLst/>
          </a:prstGeom>
          <a:noFill/>
          <a:ln w="38100">
            <a:solidFill>
              <a:srgbClr val="700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17236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91440" cy="1965960"/>
          </a:xfrm>
          <a:prstGeom prst="rect">
            <a:avLst/>
          </a:prstGeom>
          <a:solidFill>
            <a:srgbClr val="FF007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411480" cy="27432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45399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Tối ưu Hiệu năng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chi tiết và đánh giá toàn diện các thông số kỹ thuật cũng như các yếu tố vận hành trọng yếu.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417320"/>
            <a:ext cx="5317236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3076" y="1417320"/>
            <a:ext cx="91440" cy="1965960"/>
          </a:xfrm>
          <a:prstGeom prst="rect">
            <a:avLst/>
          </a:prstGeom>
          <a:solidFill>
            <a:srgbClr val="FF00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5956" y="1554480"/>
            <a:ext cx="411480" cy="27432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1554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08876" y="1527048"/>
            <a:ext cx="45399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Bảo mật Dữ liệu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1676" y="1920240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giải pháp kỹ thuật tối ưu nhằm nâng cao hiệu năng, độ tin cậy và khả năng mở rộng.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317236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66160"/>
            <a:ext cx="91440" cy="1965960"/>
          </a:xfrm>
          <a:prstGeom prst="rect">
            <a:avLst/>
          </a:prstGeom>
          <a:solidFill>
            <a:srgbClr val="FF007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703320"/>
            <a:ext cx="411480" cy="27432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3675888"/>
            <a:ext cx="45399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Khả năng Mở rộng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Microservices linh hoạt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3076" y="3566160"/>
            <a:ext cx="5317236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3076" y="3566160"/>
            <a:ext cx="91440" cy="1965960"/>
          </a:xfrm>
          <a:prstGeom prst="rect">
            <a:avLst/>
          </a:prstGeom>
          <a:solidFill>
            <a:srgbClr val="FF00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5956" y="3703320"/>
            <a:ext cx="411480" cy="274320"/>
          </a:xfrm>
          <a:prstGeom prst="roundRect">
            <a:avLst/>
          </a:prstGeom>
          <a:solidFill>
            <a:srgbClr val="00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05956" y="3703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8876" y="3675888"/>
            <a:ext cx="45399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Tự động hóa CI/CD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51676" y="4069080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Rút ngắn thời gian release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97280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Presentation Test</dc:title>
  <dc:subject>Structured Layout Test</dc:subject>
  <dc:creator>Slide Harness</dc:creator>
  <cp:lastModifiedBy>Slide Harness</cp:lastModifiedBy>
  <cp:revision>1</cp:revision>
  <dcterms:created xsi:type="dcterms:W3CDTF">2026-07-19T20:29:42Z</dcterms:created>
  <dcterms:modified xsi:type="dcterms:W3CDTF">2026-07-19T20:29:42Z</dcterms:modified>
</cp:coreProperties>
</file>