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Title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262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for slide 1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2860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83080"/>
            <a:ext cx="1069848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 1: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analysis and evaluation of architectural metrics and operational requirements.</a:t>
            </a:r>
            <a:endParaRPr lang="en-US" sz="1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 2: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Implementing optimized technical solutions to enhance overall performance, stability, and scalability.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Slide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2860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/ Pros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1069848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Criteria: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evaluation of architectural differences, performance, and features.</a:t>
            </a:r>
            <a:endParaRPr lang="en-US" sz="1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Solution: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baseline stability but limited scalability and higher operational overhead.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21792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/ Cons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1069848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Optimized performance, automated workflow integration, and reduced risk.</a:t>
            </a:r>
            <a:endParaRPr lang="en-US" sz="1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006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</a:t>
            </a:r>
            <a:pPr indent="0" marL="0">
              <a:lnSpc>
                <a:spcPct val="135000"/>
              </a:lnSpc>
              <a:spcAft>
                <a:spcPts val="24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Selecting the optimal roadmap aligned with strategic goals and technical requirements.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7262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So Sánh Chi Tiết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2860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0" y="6400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</dc:subject>
  <dc:creator>Slide Harness</dc:creator>
  <cp:lastModifiedBy>Slide Harness</cp:lastModifiedBy>
  <cp:revision>1</cp:revision>
  <dcterms:created xsi:type="dcterms:W3CDTF">2026-07-19T20:23:34Z</dcterms:created>
  <dcterms:modified xsi:type="dcterms:W3CDTF">2026-07-19T20:23:34Z</dcterms:modified>
</cp:coreProperties>
</file>