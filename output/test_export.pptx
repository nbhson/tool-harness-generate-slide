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262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Title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262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for slide 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2860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1069848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 1: </a:t>
            </a:r>
            <a:pPr indent="0" marL="0">
              <a:lnSpc>
                <a:spcPct val="135000"/>
              </a:lnSpc>
              <a:spcAft>
                <a:spcPts val="24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analysis and evaluation of architectural metrics and operational requirements.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 2: </a:t>
            </a:r>
            <a:pPr indent="0" marL="0">
              <a:lnSpc>
                <a:spcPct val="135000"/>
              </a:lnSpc>
              <a:spcAft>
                <a:spcPts val="24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optimized technical solutions to enhance overall performance, stability, and scalability.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7899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262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Slide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2860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 / Pros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69848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Criteria: </a:t>
            </a:r>
            <a:pPr indent="0" marL="0">
              <a:lnSpc>
                <a:spcPct val="135000"/>
              </a:lnSpc>
              <a:spcAft>
                <a:spcPts val="24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evaluation of architectural differences, performance, and features.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Solution: </a:t>
            </a:r>
            <a:pPr indent="0" marL="0">
              <a:lnSpc>
                <a:spcPct val="135000"/>
              </a:lnSpc>
              <a:spcAft>
                <a:spcPts val="24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baseline stability but limited scalability and higher operational overhead.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21792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 / Cons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1069848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Solution: </a:t>
            </a:r>
            <a:pPr indent="0" marL="0">
              <a:lnSpc>
                <a:spcPct val="135000"/>
              </a:lnSpc>
              <a:spcAft>
                <a:spcPts val="24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performance, automated workflow integration, and reduced risk.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lnSpc>
                <a:spcPct val="135000"/>
              </a:lnSpc>
              <a:spcAft>
                <a:spcPts val="24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the optimal roadmap aligned with strategic goals and technical requirements.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7899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262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So Sánh Chi Tiết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2860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Presentation</dc:title>
  <dc:subject>Test</dc:subject>
  <dc:creator>Slide Harness</dc:creator>
  <cp:lastModifiedBy>Slide Harness</cp:lastModifiedBy>
  <cp:revision>1</cp:revision>
  <dcterms:created xsi:type="dcterms:W3CDTF">2026-07-21T17:09:24Z</dcterms:created>
  <dcterms:modified xsi:type="dcterms:W3CDTF">2026-07-21T17:09:24Z</dcterms:modified>
</cp:coreProperties>
</file>