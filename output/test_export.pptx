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72627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 Title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72627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for slide 1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2860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91640"/>
            <a:ext cx="1069848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lnSpc>
                <a:spcPct val="135000"/>
              </a:lnSpc>
              <a:buNone/>
            </a:pPr>
            <a:r>
              <a:rPr lang="en-US" sz="19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Concept 1: </a:t>
            </a:r>
            <a:pPr indent="0" marL="0">
              <a:lnSpc>
                <a:spcPct val="135000"/>
              </a:lnSpc>
              <a:spcAft>
                <a:spcPts val="2400"/>
              </a:spcAft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Comprehensive analysis and evaluation of architectural metrics and operational requirements.</a:t>
            </a:r>
            <a:endParaRPr lang="en-US" sz="19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9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lnSpc>
                <a:spcPct val="135000"/>
              </a:lnSpc>
              <a:buNone/>
            </a:pPr>
            <a:r>
              <a:rPr lang="en-US" sz="19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Concept 2: </a:t>
            </a:r>
            <a:pPr indent="0" marL="0">
              <a:lnSpc>
                <a:spcPct val="135000"/>
              </a:lnSpc>
              <a:spcAft>
                <a:spcPts val="2400"/>
              </a:spcAft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Implementing optimized technical solutions to enhance overall performance, stability, and scalability.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72627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 Slide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22860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 / Pros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783080"/>
            <a:ext cx="1069848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lnSpc>
                <a:spcPct val="135000"/>
              </a:lnSpc>
              <a:buNone/>
            </a:pPr>
            <a:r>
              <a:rPr lang="en-US" sz="19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 Criteria: </a:t>
            </a:r>
            <a:pPr indent="0" marL="0">
              <a:lnSpc>
                <a:spcPct val="135000"/>
              </a:lnSpc>
              <a:spcAft>
                <a:spcPts val="2400"/>
              </a:spcAft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Comprehensive evaluation of architectural differences, performance, and features.</a:t>
            </a:r>
            <a:endParaRPr lang="en-US" sz="19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9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lnSpc>
                <a:spcPct val="135000"/>
              </a:lnSpc>
              <a:buNone/>
            </a:pPr>
            <a:r>
              <a:rPr lang="en-US" sz="19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Solution: </a:t>
            </a:r>
            <a:pPr indent="0" marL="0">
              <a:lnSpc>
                <a:spcPct val="135000"/>
              </a:lnSpc>
              <a:spcAft>
                <a:spcPts val="2400"/>
              </a:spcAft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baseline stability but limited scalability and higher operational overhead.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217920" y="13716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4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 / Cons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1783080"/>
            <a:ext cx="1069848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lnSpc>
                <a:spcPct val="135000"/>
              </a:lnSpc>
              <a:buNone/>
            </a:pPr>
            <a:r>
              <a:rPr lang="en-US" sz="19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Solution: </a:t>
            </a:r>
            <a:pPr indent="0" marL="0">
              <a:lnSpc>
                <a:spcPct val="135000"/>
              </a:lnSpc>
              <a:spcAft>
                <a:spcPts val="2400"/>
              </a:spcAft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Optimized performance, automated workflow integration, and reduced risk.</a:t>
            </a:r>
            <a:endParaRPr lang="en-US" sz="19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9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lnSpc>
                <a:spcPct val="135000"/>
              </a:lnSpc>
              <a:buNone/>
            </a:pPr>
            <a:r>
              <a:rPr lang="en-US" sz="19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Recommendation: </a:t>
            </a:r>
            <a:pPr indent="0" marL="0">
              <a:lnSpc>
                <a:spcPct val="135000"/>
              </a:lnSpc>
              <a:spcAft>
                <a:spcPts val="2400"/>
              </a:spcAft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Selecting the optimal roadmap aligned with strategic goals and technical requirements.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789920" y="64008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72627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So Sánh Chi Tiết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22860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789920" y="64008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Presentation</dc:title>
  <dc:subject>Test</dc:subject>
  <dc:creator>Slide Harness</dc:creator>
  <cp:lastModifiedBy>Slide Harness</cp:lastModifiedBy>
  <cp:revision>1</cp:revision>
  <dcterms:created xsi:type="dcterms:W3CDTF">2026-10-27T17:21:02Z</dcterms:created>
  <dcterms:modified xsi:type="dcterms:W3CDTF">2026-10-27T17:21:02Z</dcterms:modified>
</cp:coreProperties>
</file>