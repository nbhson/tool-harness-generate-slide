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Sales Data</c:v>
                </c:pt>
              </c:strCache>
            </c:strRef>
          </c:tx>
          <c:spPr>
            <a:solidFill>
              <a:srgbClr val="0066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066C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AAF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066CC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100</c:v>
                </c:pt>
                <c:pt idx="1">
                  <c:v>150</c:v>
                </c:pt>
                <c:pt idx="2">
                  <c:v>120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image" Target="../media/image-3-3.png"/><Relationship Id="rId4" Type="http://schemas.openxmlformats.org/officeDocument/2006/relationships/image" Target="../media/image-3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0066C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309360"/>
            <a:ext cx="12188952" cy="548640"/>
          </a:xfrm>
          <a:prstGeom prst="rect">
            <a:avLst/>
          </a:prstGeom>
          <a:solidFill>
            <a:srgbClr val="004999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822960"/>
            <a:ext cx="1072627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6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Chart Slide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937760" y="1600200"/>
            <a:ext cx="2286000" cy="0"/>
          </a:xfrm>
          <a:prstGeom prst="line">
            <a:avLst/>
          </a:prstGeom>
          <a:noFill/>
          <a:ln w="25400">
            <a:solidFill>
              <a:srgbClr val="00AAFF"/>
            </a:solidFill>
            <a:prstDash val="solid"/>
          </a:ln>
        </p:spPr>
      </p:sp>
      <p:graphicFrame>
        <p:nvGraphicFramePr>
          <p:cNvPr id="6" name="Chart 0" descr=""/>
          <p:cNvGraphicFramePr/>
          <p:nvPr/>
        </p:nvGraphicFramePr>
        <p:xfrm>
          <a:off x="914400" y="1920240"/>
          <a:ext cx="1033272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10515600" y="630936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3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0066C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309360"/>
            <a:ext cx="12188952" cy="548640"/>
          </a:xfrm>
          <a:prstGeom prst="rect">
            <a:avLst/>
          </a:prstGeom>
          <a:solidFill>
            <a:srgbClr val="004999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822960"/>
            <a:ext cx="1072627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6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 Slide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937760" y="1600200"/>
            <a:ext cx="2286000" cy="0"/>
          </a:xfrm>
          <a:prstGeom prst="line">
            <a:avLst/>
          </a:prstGeom>
          <a:noFill/>
          <a:ln w="25400">
            <a:solidFill>
              <a:srgbClr val="00AAFF"/>
            </a:solidFill>
            <a:prstDash val="solid"/>
          </a:ln>
        </p:spPr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91672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5134356"/>
                <a:gridCol w="5134356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Feature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00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 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00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 B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00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C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Storage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00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10GB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00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100GB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00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Users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00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00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Unlimited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00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10515600" y="630936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3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0066C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309360"/>
            <a:ext cx="12188952" cy="548640"/>
          </a:xfrm>
          <a:prstGeom prst="rect">
            <a:avLst/>
          </a:prstGeom>
          <a:solidFill>
            <a:srgbClr val="004999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822960"/>
            <a:ext cx="1072627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6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 Grid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937760" y="1600200"/>
            <a:ext cx="2286000" cy="0"/>
          </a:xfrm>
          <a:prstGeom prst="line">
            <a:avLst/>
          </a:prstGeom>
          <a:noFill/>
          <a:ln w="25400">
            <a:solidFill>
              <a:srgbClr val="00AA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19456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6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[Image Grid]</a:t>
            </a:r>
            <a:endParaRPr lang="en-US" sz="18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1520" y="2834640"/>
            <a:ext cx="3200400" cy="2286000"/>
          </a:xfrm>
          <a:prstGeom prst="rect">
            <a:avLst/>
          </a:prstGeom>
        </p:spPr>
      </p:pic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114800" y="2834640"/>
            <a:ext cx="3200400" cy="22860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515600" y="630936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3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Visual Export Test</dc:title>
  <dc:subject>Visual Test</dc:subject>
  <dc:creator>Slide Harness</dc:creator>
  <cp:lastModifiedBy>Slide Harness</cp:lastModifiedBy>
  <cp:revision>1</cp:revision>
  <dcterms:created xsi:type="dcterms:W3CDTF">2026-10-27T17:21:03Z</dcterms:created>
  <dcterms:modified xsi:type="dcterms:W3CDTF">2026-10-27T17:21:03Z</dcterms:modified>
</cp:coreProperties>
</file>