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Data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6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A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6C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9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Slide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1600200"/>
            <a:ext cx="228600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14400" y="1920240"/>
          <a:ext cx="10332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515600" y="6309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9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Slide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1600200"/>
            <a:ext cx="228600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134356"/>
                <a:gridCol w="513435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100GB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515600" y="6309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49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Grid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1600200"/>
            <a:ext cx="228600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Grid]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834640"/>
            <a:ext cx="3200400" cy="22860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2834640"/>
            <a:ext cx="32004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0" y="6309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Export Test</dc:title>
  <dc:subject>Visual Test</dc:subject>
  <dc:creator>Slide Harness</dc:creator>
  <cp:lastModifiedBy>Slide Harness</cp:lastModifiedBy>
  <cp:revision>1</cp:revision>
  <dcterms:created xsi:type="dcterms:W3CDTF">2026-07-21T17:23:56Z</dcterms:created>
  <dcterms:modified xsi:type="dcterms:W3CDTF">2026-07-21T17:23:56Z</dcterms:modified>
</cp:coreProperties>
</file>