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Milestones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783080"/>
            <a:ext cx="0" cy="43891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783080"/>
            <a:ext cx="274320" cy="274320"/>
          </a:xfrm>
          <a:prstGeom prst="circl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Kickoff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planning and team 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2880360"/>
            <a:ext cx="274320" cy="274320"/>
          </a:xfrm>
          <a:prstGeom prst="circl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88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880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Phase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3291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features implementation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3977640"/>
            <a:ext cx="274320" cy="274320"/>
          </a:xfrm>
          <a:prstGeom prst="circl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4389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 and bug fixes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5074920"/>
            <a:ext cx="274320" cy="274320"/>
          </a:xfrm>
          <a:prstGeom prst="circl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5486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release to market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320040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[trending-up]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783080"/>
            <a:ext cx="320040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965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Growth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[users]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1783080"/>
            <a:ext cx="3200400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965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86384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[check-circle]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320040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690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[dollar]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Frequently Asked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Questions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Frequently Asked Questions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Q: What is this product?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A comprehensive solution for modern business needs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Q: How does it work?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Uses AI and automation to streamline workflows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Q: Is it secure?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Enterprise-grade security with end-to-end encryption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Q: What is the pricing?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Flexible plans starting from $99/month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Plans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Your Plan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Plans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3017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Up to 10 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Basic support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709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Core 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5440680"/>
            <a:ext cx="2286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0" y="2423160"/>
            <a:ext cx="3017520" cy="4114800"/>
          </a:xfrm>
          <a:prstGeom prst="rect">
            <a:avLst/>
          </a:prstGeom>
          <a:solidFill>
            <a:srgbClr val="2563E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154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/month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Up to 50 users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4434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Priority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0" y="4709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All 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4983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API access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5440680"/>
            <a:ext cx="22860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2423160"/>
            <a:ext cx="3017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3154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$999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98080" y="3703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/month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4160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Unlimited users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4434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24/7 support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4709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All features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4983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Custom integration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0" y="5440680"/>
            <a:ext cx="22860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Sales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Testimonials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Our Clients Say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Testimonials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4937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product transformed our business operations completely!"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John Doe, CEO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TechCorp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2423160"/>
            <a:ext cx="4937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606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best investment we made this year. ROI in just 3 months."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Jane Smith, CTO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Innovate Inc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Example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user.ts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4114800"/>
          </a:xfrm>
          <a:prstGeom prst="rect">
            <a:avLst/>
          </a:prstGeom>
          <a:solidFill>
            <a:srgbClr val="1E1E1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interface User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  id: string;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306324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  name: string;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333756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  email: string;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  createdAt: Date;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88620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416052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43484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function greetUser(user: User): string {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70916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  return 'Hello, ' + user.name + '!';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983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4983480"/>
            <a:ext cx="9784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, Monaco, monospace" pitchFamily="34" charset="0"/>
                <a:ea typeface="Consolas, Monaco, monospace" pitchFamily="34" charset="-122"/>
                <a:cs typeface="Consolas, Monaco, monospace" pitchFamily="34" charset="-120"/>
              </a:rPr>
              <a:t>}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Flowchart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Processing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[Flowchart Diagram]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3154680"/>
            <a:ext cx="85039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2461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3886200"/>
            <a:ext cx="8503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39776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4617720"/>
            <a:ext cx="8503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47091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Payment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5349240"/>
            <a:ext cx="85039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5440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Order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6080760"/>
            <a:ext cx="85039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61722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 connections]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Our Video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[youtube: Product Demo Video]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154680"/>
            <a:ext cx="10332720" cy="3657600"/>
          </a:xfrm>
          <a:prstGeom prst="rect">
            <a:avLst/>
          </a:prstGeom>
          <a:solidFill>
            <a:srgbClr val="000000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26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Play Video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7086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https://youtube.com/watch?v=dQw4w9WgXcQ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7543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how to use the product: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analysis and evaluation of architectural metrics and operational requirements.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it in action: </a:t>
            </a:r>
            <a:pPr indent="0" marL="0">
              <a:lnSpc>
                <a:spcPct val="13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optimized technical solutions to enhance overall performance, stability, and scalability.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Gallery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Grid]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3200400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Screenshot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2880360"/>
            <a:ext cx="3200400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Screenshot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880360"/>
            <a:ext cx="3200400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Screenshot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5349240"/>
            <a:ext cx="3200400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6309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Screenshot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5349240"/>
            <a:ext cx="3200400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6309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Screenshot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5349240"/>
            <a:ext cx="3200400" cy="2286000"/>
          </a:xfrm>
          <a:prstGeom prst="rect">
            <a:avLst/>
          </a:prstGeom>
          <a:solidFill>
            <a:srgbClr val="F0F0F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6309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Screenshot 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262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262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Journey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" y="2423160"/>
            <a:ext cx="3200400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2436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in 2020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94276" y="2423160"/>
            <a:ext cx="3200400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7156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Employees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68996" y="2423160"/>
            <a:ext cx="3200400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1876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$10M Revenue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Layouts Demo</dc:title>
  <dc:subject>New Layouts Demo</dc:subject>
  <dc:creator>Slide Harness</dc:creator>
  <cp:lastModifiedBy>Slide Harness</cp:lastModifiedBy>
  <cp:revision>1</cp:revision>
  <dcterms:created xsi:type="dcterms:W3CDTF">2026-07-20T11:37:57Z</dcterms:created>
  <dcterms:modified xsi:type="dcterms:W3CDTF">2026-07-20T11:37:57Z</dcterms:modified>
</cp:coreProperties>
</file>