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Performance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300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360609" cy="693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Theme Overlap Check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796540"/>
            <a:ext cx="103606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title and subtitle overlap in corporate theme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360609" cy="693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Theme Overlap Check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796540"/>
            <a:ext cx="103606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title and subtitle overlap in minimal theme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360609" cy="693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Theme Overlap Check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796540"/>
            <a:ext cx="103606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title and subtitle overlap in creative theme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with Bullets Overlap Check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914400" y="1554480"/>
          <a:ext cx="103327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 1 that should not: </a:t>
            </a:r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 1 that should not overlap with the chart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 2 that should be positioned below the chart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 3 providing addit: </a:t>
            </a:r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 3 providing additional context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360609" cy="2080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Long Title that might wrap and cause overlap with subtitles and content below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4183380"/>
            <a:ext cx="103606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subtitle that should also be clear of the main title and the content that follows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Overlap Test Presentation</dc:title>
  <dc:subject>Overlap Test</dc:subject>
  <dc:creator>Slide Harness</dc:creator>
  <cp:lastModifiedBy>Slide Harness</cp:lastModifiedBy>
  <cp:revision>1</cp:revision>
  <dcterms:created xsi:type="dcterms:W3CDTF">2026-07-21T17:24:47Z</dcterms:created>
  <dcterms:modified xsi:type="dcterms:W3CDTF">2026-07-21T17:24:47Z</dcterms:modified>
</cp:coreProperties>
</file>