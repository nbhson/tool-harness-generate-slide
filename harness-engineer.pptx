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mừng quý vị đến với bài trình bày về Harness Engineering - một phương pháp luận và kỹ thuật kiến trúc hạ tầng tiên tiến dành cho các hệ thống đại lý trí tuệ nhân tạo (AI Agents). Khi các mô hình nền tảng ngày càng trở nên mạnh mẽ, thách thức lớn nhất không còn nằm ở bản thân mô hình mà ở môi trường xung quanh giúp mô hình giao tiếp với thế giới thực. Harness Engineering tập trung vào việc xây dựng khung kết nối, kiểm soát luồng dữ liệu, quản lý bộ nhớ và các cơ chế giám sát an toàn. Trong slide mở đầu này, chúng ta sẽ thiết lập nền tảng tư duy tổng quan về lý do tại sao kiến trúc xung quanh agent lại quyết định sự thành bại của một giải pháp AI trong sản xuất.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mừng quý vị đến với chuyên đề về Harness Engineering trong kiến trúc AI Agent. Trong thực tế triển khai, một trong những sai lầm phổ biến nhất là hy vọng LLM sẽ tự hoạt động hoàn hảo chỉ bằng cách cải thiện prompt. Mitchell Hashimoto, nhà sáng lập HashiCorp, đã đúc kết một triết lý quan trọng: khi Agent mắc lỗi, chúng ta không cầu nguyện mà xây dựng giải pháp hệ thống để ngăn chặn lỗi đó triệt để. Harness Engineering chính là lớp hạ tầng kỹ thuật bao bọc xung quanh Agent. Nó bao gồm các cơ chế validation, kiểm soát quyền truy cập API, lập lịch thực thi trong môi trường sandbox cách ly, và cung cấp vòng phản hồi tự động khi có sự cố. Qua bài trình bày này, chúng ta sẽ cùng khám phá cách dịch chuyển từ kỹ thuật Prompt Engineering đơn thuần sang việc thiết kế Harness Engineering bền vững, giúp hệ thống Agent hoạt động ổn định và sẵn sàng cho môi trường enterprise.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Ban Lãnh đạo, slide Mục Lục này phác thảo toàn bộ bức tranh chiến lược của buổi báo cáo hôm nay, được chia thành 6 phần nội dung trọng tâm. Chúng ta sẽ bắt đầu bằng việc nhìn lại bối cảnh thị trường và đánh giá thực trạng hiện tại để làm rõ lý do cần thiết phải chuyển đổi. Tiếp đó, tôi sẽ trình bày chi tiết về giải pháp kiến trúc công nghệ mới cùng lộ trình triển khai cụ thể theo từng mốc thời gian. Cuối cùng, chúng ta sẽ thảo luận chi tiết về bài toán hiệu quả tài chính ROI và các phương án quản trị rủi ro toàn diện. Mong Ban Lãnh đạo nắm được lộ trình chung trước khi chúng ta đi vào từng phần phân tích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quý vị, đây là bản mục lục tổng quan định hình toàn bộ nội dung của buổi chia sẻ về Harness Engineering. Trong bài thuyết trình này, chúng ta sẽ đi qua 6 phần trọng tâm: từ việc thấu hiểu bối cảnh và mục đích tài liệu, đến việc định hình khái niệm Harness Engineering như một kỹ thuật thiết kế hạ tầng toàn diện cho AI Agents. Chúng ta cũng sẽ phân tích chi tiết triết lý cốt lõi, so sánh sự dịch chuyển qua 3 giai đoạn tiến hóa từ Prompt Engineering đến Harness Engineering vào năm 2026+, và làm rõ sự khác biệt so với các kỹ thuật như RAG hay Fine-tuning. Cuối cùng, các ví dụ minh họa thực tế sẽ giúp quý vị hình dung rõ cách triển khai mô hình này vào hệ thống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vị lãnh đạo, slide Mục Lục này cung cấp cái nhìn tổng quan toàn diện về 6 phần nội dung chính sẽ được trình bày trong buổi làm việc hôm nay. Chúng ta sẽ đi từ việc làm rõ bối cảnh chiến lược, đánh giá thẳng thắn hiện trạng, cho đến việc đề xuất giải pháp kiến trúc tổng thể và lộ trình thực thi cụ thể. Mỗi phần đều được thiết kế để giải quyết trực tiếp các bài toán kinh doanh cốt lõi và mang lại giá trị đo lường được. Quý vị có thể dùng khung mục lục này làm bản đồ định hướng để theo dõi tiến trình báo cáo. Tôi khuyến khích quý vị đặt câu hỏi trực tiếp ở cuối mỗi phần hoặc ghi lại để thảo luận sâu hơn trong phiên Q&amp;A chuyên sâu ở cuối buổi.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mở đầu này, chúng ta cùng nhìn lại bức tranh toàn cảnh về sự phát triển thần tốc của các mô hình ngôn ngữ lớn như GPT-4, Claude hay Gemini. Tuy nhiên, vấn đề cốt lõi mà các doanh nghiệp đang gặp phải là: tại sao cùng sử dụng một mô hình AI, sản phẩm của công ty A lại hoạt động cực kỳ mượt mà, còn ứng dụng của công ty B lại liên tục gặp lỗi và tạo ra thông tin sai lệch? Câu trả lời nằm ở Harness Engineering. Chúng ta không cần phải là nhà nghiên cứu AI để tạo ra mô hình mới, nhưng chúng ta phải là kiến trúc sư giỏi để xây dựng khung hạ tầng xung quanh nó. Harness Engineering chính là chiếc 'yên ngựa' vững chắc giúp kiểm soát và phát huy tối đa sức mạnh của 'chú ngựa bất kham' AI trong môi trường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hãy nhấn mạnh vai trò của Mitchell Hashimoto – một tượng đài trong giới hạ tầng phần mềm (DevOps, Terraform). Khi một người có tư duy hệ thống sâu sắc như ông tuyên bố 'Prompt Engineering đã chết', điều đó phản ánh một nỗi đau thực tế của ngành: các ứng dụng AI chạy trong thử nghiệm thì rất hay nhưng khi đưa vào vận hành thực tế (production) lại cực kỳ dễ lỗi. Hãy dẫn dắt người nghe hiểu rằng Harness Engineering không phủ nhận hoàn toàn prompt, mà đặt prompt vào đúng vị trí của nó: chỉ là một phần nhỏ trong một hệ thống kỹ thuật phức tạp cần được quản trị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này được thiết kế để cung cấp cho đội ngũ lãnh đạo kỹ thuật và các kiến trúc sư phần mềm một cái nhìn toàn diện, mang tính chiến lược cũng như thực tiễn về Harness Engineering. Trong bài trình bày hôm nay, chúng ta không chỉ dừng lại ở các khái niệm lý thuyết mà sẽ đi sâu vào sự so sánh giữa Harness Engineering với các kỹ thuật tiền nhiệm như Prompt và Context Engineering. Nhờ đó, người nghe sẽ hiểu rõ tại sao việc xây dựng một môi trường kiểm soát và hỗ trợ mạnh mẽ xung quanh AI Agents lại là yếu tố quyết định để đạt được sự tin cậy và khả năng mở rộng. Các case study thực tế từ Princeton NLP và Anthropic sẽ chứng minh tính hiệu quả của phương pháp này trong việc tối ưu hóa hiệu năng và giảm thiểu lỗi vận hành.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các anh chị, ở slide này chúng ta sẽ cùng giải mã khái niệm cốt lõi của chương trình: Harness Engineering là gì? Khi nói đến ứng dụng AI, nhiều người thường nghĩ ngay đến việc chọn mô hình nào - GPT-4, Claude hay Gemini. Tuy nhiên, Harness Engineering tiếp cận theo góc nhìn hoàn toàn khác. Đó là kỹ thuật xây dựng và tối ưu toàn bộ môi trường hạ tầng xung quanh mô hình AI, bao gồm bộ nhớ, công cụ thực thi, quyền truy cập dữ liệu, vòng lặp phản hồi và các rào cản an toàn. Nói một cách đơn giản, mô hình AI là 'thứ suy nghĩ', còn Harness chính là 'những gì AI suy nghĩ về'. Một mô hình dù thông minh đến đâu nhưng nếu thiếu khung Harness định hướng thì đầu ra vẫn sẽ thiếu chính xác. Chính Harness mới là yếu tố quyết định chất lượng sản phẩm cuối cùng.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đi sâu vào tư duy cốt lõi của Harness Engineering. Triết lý quan trọng nhất cần ghi nhớ là: không bao giờ dựa vào sự may mắn hay hy vọng AI sẽ 'tự thông minh hơn' sau khi làm sai. Thay vào đó, mọi sai sót của Agent phải được xem là cơ hội để nâng cấp hạ tầng hệ thống. Chúng ta tập trung vào ba trụ cột lớn: Thứ nhất, Systematic Solutions over Prayers – dùng mã nguồn và logic xác thực cứng để triệt hạ khả năng tái diễn lỗi. Thứ hai, Infrastructure over Instructions – thay vì dồn hàng nghìn từ vào prompt, hãy tạo các API và Sandbox giới hạn chuẩn xác hành vi của Agent. Thứ ba, Design over Training – việc thiết kế lại quy trình và công cụ xung quanh mô hình luôn nhanh chóng, tiết kiệm và hiệu quả hơn rất nhiều so với việc cố gắng fine-tune một LLM lớn. Cuối cùng, hãy biến mọi thất bại của Agent thành bài kiểm thử regression test cho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minh họa sự khác biệt bản chất giữa hai tư duy thiết kế AI. Khi sử dụng Prompt Engineering, chúng ta chỉ đang ra lệnh và hy vọng mô hình tự kiểm tra lỗi—điều mà bản thân LLM không thể làm chuẩn xác 100% vì thiếu môi trường thực thi. Trong khi đó, với Harness Engineering, chúng ta lồng ghép các công cụ kiểm tra tĩnh như Linter trực tiếp vào luồng chạy tool của Agent. Khi LLM viết code, hạ tầng Harness sẽ tự động chạy Linter. Nếu phát hiện lỗi cú pháp, Harness trả phản hồi lỗi trực tiếp cho LLM để nó tự sửa lỗi trước khi xuất mã nguồn cho người dùng. Nhờ đó, tính đúng đắn của đầu ra được đảm bảo bằng kỹ thuật thay vì niềm 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đóng vai trò định hình lại tư duy cho người nghe bằng cách so sánh 3 khái niệm quan trọng nhất hiện nay trong phát triển AI. Hãy nhấn mạnh rằng Harness Engineering không thay thế Prompt hay Context Engineering, mà là cấp độ tiến hóa bao bọc lấy hai khái niệm trước. Diễn thuyết nên tập trung vào sự chuyển dịch từ việc 'tối ưu câu hỏi' (Prompt) sang 'thiết kế môi trường vận hành toàn diện' (Harness). Sử dụng ví dụ ẩn dụ về văn phòng và quy trình làm việc để khán giả dễ dàng hình dung lý do tại sao các doanh nghiệp lớn phải dịch chuyển sang Harness Engineering nếu muốn đưa Agent vào môi trường sản xuất (production) thực tế.</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chào quý vị, ở slide này chúng ta bắt đầu đi sâu vào hành trình ba giai đoạn tiến hóa của kỹ nghệ AI để thấy rõ lý do tại sao Harness Engineering lại xuất hiện như một bước ngoặt tất yếu. Giai đoạn đầu tiên, từ năm 2022 đến 2024, chính là kỷ nguyên của Prompt Engineering. Lúc này, tâm điểm của cộng đồng công nghệ là làm sao để 'hỏi AI thế nào cho đúng'. Chúng ta đã chứng kiến sự bùng nổ của các kỹ thuật như Chain-of-Thought hay Few-shot learning. Tuy nhiên, việc coi kỹ nghệ AI chỉ là 'nghệ thuật tinh chỉnh câu từ' đã nhanh chóng bộc lộ những giới hạn nghiêm trọng: kết quả đầu ra thiếu ổn định, khó bảo trì và không thể mở rộng ở cấp độ ứng dụng doanh nghiệp. Đây chính là động lực quan trọng đẩy ngành AI chuyển dịch sang các giai đoạn tiến hóa cao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trình bày về bước tiến quan trọng của năm 2025: Context Engineering. Sự khác biệt cốt lõi so với Prompt Engineering truyền thống nằm ở chỗ chúng ta không còn chỉ tập trung vào 'cách đặt câu hỏi', mà tập trung vào 'dữ liệu ngữ cảnh nào cần được đưa vào'. Bằng cách kết hợp kiến trúc RAG và Vector Database, hệ thống có thể tự động truy xuất các tài liệu liên quan nhất (relevantDocs) và nhúng vào prompt theo thời gian thực. Diễn giả nên nhấn mạnh tầm quan trọng của việc quản lý Context Window để tránh lãng phí token và nâng cao độ chính xác tuyệt đối cho AI Agent trong môi trường doanh nghiệp.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đánh dấu bước chuyển dịch quan trọng sang giai đoạn 2026+ của Harness Engineering. Khi trình bày, diễn giả cần nhấn mạnh rằng chúng ta không còn chỉ là 'viết câu lệnh' hay 'kết nối luồng công việc' đơn thuần, mà là xây dựng hẳn một 'hệ sinh thái môi trường' hoàn chỉnh cho AI. Mô hình `AIHarness` đại diện cho tư duy lập trình hạ tầng hiện đại: đóng gói công cụ (tools), bộ nhớ (memory ngắn/dài hạn/ngữ cảnh làm việc) và các rào chắn kiểm soát (guardrails) thành một thể thống nhất. Điều này giúp AI không chỉ hoạt động thông minh hơn mà còn tự động xử lý ngoại lệ, duy trì tính an toàn tối đa và đạt hiệu năng tối ưu trong môi trường doanh nghiệp phức tạp.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cung cấp cái nhìn tổng quan và hệ thống hóa sự tiến hóa qua ba giai đoạn của kỹ nghệ AI: Prompt Engineering, Context Engineering và Harness Engineering. Khi trình bày slide này, diễn giả nên tập trung so sánh sự khác biệt cốt lõi về tư duy thiết kế, cơ chế kỹ thuật và thước đo hiệu quả giữa các thời kỳ. Hãy nhấn mạnh rằng Harness Engineering không thay thế hoàn toàn hai giai đoạn trước, mà đóng vai trò là bộ khung quản trị cấp cao bao bọc, nâng tầm và khai thác tối đa sức mạnh của Context cũng như Prompt. Nhờ việc chuyển đổi từ tư duy 'viết câu lệnh hay' sang 'xây dựng môi trường kiềm tỏa chuẩn mực', doanh nghiệp mới có thể tự tin đưa các Agent tự chủ vào vận hành thực tế một cách an toàn và tin cậy.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cung cấp cái nhìn toàn cảnh về bức tranh tiến hóa của Kỹ nghệ AI qua 3 cột mốc quan trọng. Khi trình bày, diễn thuyết gia cần nhấn mạnh rằng Prompt Engineering không mất đi mà được tích hợp thành một phần nhỏ trong Context Engineering, và sau đó toàn bộ Context Engineering lại trở thành một thành tố dữ liệu nằm trong Harness Engineering. Hãy chỉ ra sự tăng trưởng rõ rệt về 'Mức độ kiểm soát' (Control Level) - từ mức thấp, mang tính may rủi ở giai đoạn 2022-2024 đến khả năng làm chủ hoàn toàn hành vi của Agent vào giai đoạn 2026+. Đây là cơ sở lý thuyết quan trọng để giải thích tại sao doanh nghiệp bắt buộc phải đầu tư vào Harness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nhấn mạnh insight quan trọng nhất về sự tiến hóa của AI Engineering: đây không phải là quá trình thay thế mà là quá trình tích lũy công nghệ. Diễn giả cần làm rõ rằngPrompt Engineering hay Context Engineering không bị vô hiệu hóa khi Harness Engineering xuất hiện. Ngược lại, chúng đóng vai trò là những viên gạch nền móng bên trong một ngôi nhà harness vững chắc. Khi trình bày, hãy tập trung vào khái niệm 'Layered Control' - mỗi lớp giải quyết một bài toán ở cấp độ khác nhau: Prompt giải quyết câu lệnh, Context giải quyết tri thức, và Harness giải quyết sự vận hành ổn định của cả hệ thống kinh doanh.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nhấn mạnh tầm quan trọng chiến lược của Harness Engineering dựa trên bằng chứng thực nghiệm từ nghiên cứu SWE-agent của Princeton NLP. Điểm then chốt cần truyền tải là khái niệm Agent-Computer Interface (ACI). Bằng cách thiết kế công cụ và phản hồi tốt cho AI, hiệu suất giải quyết issue đã tăng từ 12.5% lên 20.5% (tương đương +64% cải thiện tương đối) mà không tốn một chi phí nào cho việc huấn luyện lại mô hình. Diễn giả cần làm nổi bật luận điểm: việc đầu tư vào Harness mang lại ROI cao hơn rất nhiều so với việc chạy đua nâng cấp mô hình đắt đỏ, đồng thời giúp doanh nghiệp triển khai giải pháp AI ngay lập tức.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phần này, diễn giả cần nhấn mạnh sự thay đổi tư duy chiến lược từ việc chạy theo mô hình mới nhất sang việc đầu tư vào kiến trúc hệ thống Harness. Giai đoạn 2023-2024 chứng kiến cuộc đua vũ trang về mô hình, nhưng từ 2025-2026 trở đi, các mô hình LLM đã trở thành commodity - giống như điện hay internet. Doanh nghiệp không thể tạo sự khác biệt chỉ bằng việc dùng GPT-4 hay Claude 3 vì đối thủ cũng truy cập được các API đó. Khác biệt thực sự nằm ở lớp Harness Engineering: cách chúng ta phân tách tác vụ, quản lý context, tích hợp công cụ, và thiết lập luồng kiểm thử tự động để đảm bảo đầu ra chính xác 99.9%. Hãy dùng ẩn dụ: Mô hình giống như động cơ, nhưng Harness mới là toàn bộ chiếc xe đua hoàn chỉnh quyết định chiến thắng.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slide này, chúng ta phân tích sự khác biệt cốt lõi về tính kiểm soát và độ tin cậy giữa tiếp cận gọi AI truyền thống và mô hình Harness Engineering. Với cách tiếp cận cũ như ai.chat(), AI giống như một hộp đen hoàn toàn – chúng ta gửi prompt và hy vọng kết quả đúng, nhưng không thể can thiệp hay đảm bảo tính an toàn của mã nguồn. Nhược điểm này khiến việc đưa AI vào sản xuất thương mại gặp nhiều rủi ro. Trái lại, Harness Engineering cung cấp một lớp vỏ kiểm soát chắc chắn thông qua việc định nghĩa các validator, sandbox và phân quyền chi tiết. Lập trình viên kiểm soát chính xác những file nào AI được chỉnh sửa và quy trình xác minh output trước khi áp dụng. Đây chính là bước ngoặt giúp ứng dụng AI đạt tiêu chuẩn doanh nghiệp về độ tin cậy và khả năng quản trị.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phân tích giá trị thực tế của Harness Engineering dưới góc nhìn khả năng mở rộng (Scalability) và bảo trì (Maintainability). Khi hệ thống phát triển từ 1 agent lên 10 hoặc 100 agents, phương pháp quản lý prompt thủ công sẽ nhanh chóng thất bại. Việc phải cập nhật và test lại hàng chục prompt mỗi khi có lỗi bảo mật tiêu tốn 2-3 ngày và gây ra rủi ro vô cùng lớn. Thông qua ví dụ code `addSecurityRule`, chúng ta thấy rõ Harness cho phép thiết lập rào chắn bảo vệ ở cấp độ hệ thống tại một vị trí duy nhất. Điều này giúp loại bỏ hoàn toàn các lỗi thao tác thủ công, giảm chi phí vận hành xuống mức tối thiểu và đảm bảo tính nhất quán tuyệt đối trên toàn bộ hệ thống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này tập trung phân tích giá trị kinh tế trực tiếp mà Harness Engineering mang lại cho tổ chức. Trong thực tế triển khai ứng dụng AI thương mại, chi phí không chỉ dừng lại ở hóa đơn API token mà còn nằm ở thời gian khắc phục sự cố và tốc độ đưa sản phẩm ra thị trường. Bằng cách kết hợp ba trụ cột: tối ưu token (tiết kiệm 40-60%), tự động hóa validation để giảm lỗi (70-80% failed requests), và chuẩn hóa kiến trúc để tăng tốc độ phát triển (3-5x faster), Harness Engineering giúp doanh nghiệp kiểm soát tối đa chi phí vận hành, loại bỏ lãng phí tài nguyên và nâng cao tỷ suất hoàn vốn ROI một cách bền vững.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phần này, chúng ta sẽ phân tích lý do tại sao Harness Engineering lại trở thành moat (hào nước bảo vệ / lợi thế cạnh tranh) quan trọng nhất của các công ty công nghệ hàng đầu hiện nay. Khi các mô hình nền tảng như GPT-4, Claude hay Gemini dần tiệm cận nhau về mặt năng lực thô, sự khác biệt không còn nằm ở bản thân LLM. Thay vào đó, Cursor trong lập trình, Perplexity trong tìm kiếm, hay Anthropic với hệ thống điều phối Claude đã chiến thắng nhờ đầu tư mạnh mẽ vào Harness Engineering. Họ xây dựng tầng kiểm soát xung quanh mô hình với RAG, context indexing, prompt orchestration và tool integration tối ưu. Đây là định hướng chiến lược giúp doanh nghiệp xây dựng sản phẩm AI bền vững.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kết thúc bài thuyết trình, diễn giả cần nhấn mạnh lại thông điệp cốt lõi: mô hình AI chỉ là công cụ (commodity), còn hệ thống Harness mới là yếu tố quyết định giá trị thương mại và sự thành công bền vững của sản phẩm. Hãy điểm lại các con số ấn tượng như tăng hiệu suất 64% (theo nghiên cứu Princeton), tiết kiệm 40-60% chi phí và tăng tốc phát triển 3-5x để củng cố luận điểm thuyết phục. Cuối cùng, nhấn mạnh trích dẫn 'In the age of AI commoditization, your harness is your moat' để truyền cảm hứng và kêu gọi các nhà lãnh đạo cũng như đội ngũ kỹ thuật chuyển dịch trọng tâm đầu tư sang Harness Engineering ngay từ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65D"/>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914400" y="1828800"/>
            <a:ext cx="10360609" cy="2179320"/>
          </a:xfrm>
          <a:prstGeom prst="rect">
            <a:avLst/>
          </a:prstGeom>
          <a:noFill/>
          <a:ln/>
        </p:spPr>
        <p:txBody>
          <a:bodyPr wrap="square" rtlCol="0" anchor="ctr"/>
          <a:lstStyle/>
          <a:p>
            <a:pPr algn="ctr" indent="0" marL="0">
              <a:buNone/>
            </a:pPr>
            <a:r>
              <a:rPr lang="en-US" sz="4400" b="1" dirty="0">
                <a:solidFill>
                  <a:srgbClr val="FFFFFF"/>
                </a:solidFill>
                <a:latin typeface="Times New Roman" pitchFamily="34" charset="0"/>
                <a:ea typeface="Times New Roman" pitchFamily="34" charset="-122"/>
                <a:cs typeface="Times New Roman" pitchFamily="34" charset="-120"/>
              </a:rPr>
              <a:t>Harness Engineering - Kỹ Thuật Thiết Kế Hệ Thống Xung Quanh AI Agents</a:t>
            </a:r>
            <a:endParaRPr lang="en-US" sz="4400" dirty="0"/>
          </a:p>
        </p:txBody>
      </p:sp>
      <p:sp>
        <p:nvSpPr>
          <p:cNvPr id="5" name="Shape 3"/>
          <p:cNvSpPr/>
          <p:nvPr/>
        </p:nvSpPr>
        <p:spPr>
          <a:xfrm>
            <a:off x="3803904" y="4282440"/>
            <a:ext cx="4572000" cy="0"/>
          </a:xfrm>
          <a:prstGeom prst="line">
            <a:avLst/>
          </a:prstGeom>
          <a:noFill/>
          <a:ln w="25400">
            <a:solidFill>
              <a:srgbClr val="C8A951"/>
            </a:solidFill>
            <a:prstDash val="solid"/>
          </a:ln>
        </p:spPr>
      </p:sp>
      <p:sp>
        <p:nvSpPr>
          <p:cNvPr id="6" name="Text 4"/>
          <p:cNvSpPr/>
          <p:nvPr/>
        </p:nvSpPr>
        <p:spPr>
          <a:xfrm>
            <a:off x="914400" y="4556760"/>
            <a:ext cx="10360609" cy="731520"/>
          </a:xfrm>
          <a:prstGeom prst="rect">
            <a:avLst/>
          </a:prstGeom>
          <a:noFill/>
          <a:ln/>
        </p:spPr>
        <p:txBody>
          <a:bodyPr wrap="square" rtlCol="0" anchor="ctr"/>
          <a:lstStyle/>
          <a:p>
            <a:pPr algn="ctr" indent="0" marL="0">
              <a:buNone/>
            </a:pPr>
            <a:r>
              <a:rPr lang="en-US" sz="2000" dirty="0">
                <a:solidFill>
                  <a:srgbClr val="C8A951"/>
                </a:solidFill>
                <a:latin typeface="Times New Roman" pitchFamily="34" charset="0"/>
                <a:ea typeface="Times New Roman" pitchFamily="34" charset="-122"/>
                <a:cs typeface="Times New Roman" pitchFamily="34" charset="-120"/>
              </a:rPr>
              <a:t>Khung khổ kiến trúc toàn diện nhằm tối ưu hóa, kiểm soát và khai phá tối đa tiềm năng vận hành của các đại lý AI tự chủ trong môi trường doanh nghiệp</a:t>
            </a:r>
            <a:endParaRPr lang="en-US" sz="2000" dirty="0"/>
          </a:p>
        </p:txBody>
      </p:sp>
      <p:sp>
        <p:nvSpPr>
          <p:cNvPr id="7" name="Text 5"/>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 / 25</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99060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Harness Engineering: Kỹ Thuật Thiết Kế Hệ Thống Xung Quanh AI Agents</a:t>
            </a:r>
            <a:endParaRPr lang="en-US" sz="3000" dirty="0"/>
          </a:p>
        </p:txBody>
      </p:sp>
      <p:sp>
        <p:nvSpPr>
          <p:cNvPr id="5" name="Text 3"/>
          <p:cNvSpPr/>
          <p:nvPr/>
        </p:nvSpPr>
        <p:spPr>
          <a:xfrm>
            <a:off x="548640" y="185928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Xây dựng hạ tầng bảo vệ, kiểm soát và tối ưu hóa hiệu năng cho các mô hình tự hành trong sản xuất</a:t>
            </a:r>
            <a:endParaRPr lang="en-US" sz="1400" dirty="0"/>
          </a:p>
        </p:txBody>
      </p:sp>
      <p:sp>
        <p:nvSpPr>
          <p:cNvPr id="6" name="Shape 4"/>
          <p:cNvSpPr/>
          <p:nvPr/>
        </p:nvSpPr>
        <p:spPr>
          <a:xfrm>
            <a:off x="4937760" y="2362200"/>
            <a:ext cx="2286000" cy="0"/>
          </a:xfrm>
          <a:prstGeom prst="line">
            <a:avLst/>
          </a:prstGeom>
          <a:noFill/>
          <a:ln w="25400">
            <a:solidFill>
              <a:srgbClr val="C8A951"/>
            </a:solidFill>
            <a:prstDash val="solid"/>
          </a:ln>
        </p:spPr>
      </p:sp>
      <p:sp>
        <p:nvSpPr>
          <p:cNvPr id="7" name="Text 5"/>
          <p:cNvSpPr/>
          <p:nvPr/>
        </p:nvSpPr>
        <p:spPr>
          <a:xfrm>
            <a:off x="731520" y="2499360"/>
            <a:ext cx="10698480" cy="362712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Triết lý Mitchell Hashimoto: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Mitchell Hashimoto nhấn mạnh rằng thay vì kỳ vọng mô hình ngôn ngữ tự sửa lỗi một cách ngẫu nhiên, kỹ sư cần thiết kế khung kiến trúc (harness) vững chắc nhằm ngăn chặn lỗi lặp lại, biến các thất bại của Agent thành các ràng buộc hệ thống mang tính quyết định.</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Khái niệm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Kỹ thuật này tập trung vào việc tạo ra môi trường bao bọc xung quanh Agent, bao gồm cơ chế kiểm soát đầu vào/đầu ra, công cụ giám sát, sandbox thực thi và quy trình khôi phục tự động nhằm đảm bảo Agent vận hành an toàn và dự đoán được.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Chuyển dịch từ Prompt sang Harness: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đầu tư quá nhiều thời gian vào việc tối ưu hóa câu lệnh (prompt engineering) ngắn hạn, Harness Engineering xây dựng hệ thống quy tắc, validation layer và deterministic guardrails để quản lý hành vi phức tạp của LLMs một cách tin cậy hơn.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phản hồi và Sửa lỗi tự động: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Hệ thống harness cung cấp khả năng phát hiện lỗi thời gian thực, lập tức khoanh vùng hành vi bất thường, và cung cấp phản hồi chính xác (feedback loop) để Agent tự điều chỉnh hoặc kích hoạt cơ chế fallback an toàn mà không cần can thiệp thủ công.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Chuẩn hóa công cụ và Giao thức tích hợp: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Harness đóng vai trò là lớp trung gian chuẩn hóa cách thức Agent truy cập APIs, cơ sở dữ liệu và công cụ bên ngoài, đảm bảo tuân thủ nguyên tắc phân quyền tối thiểu (least privilege) và tránh các rủi ro bảo mật nghiêm trọng.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Đo lường và Tối ưu hiệu năng liên tục: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Nhờ ghi nhận log chi tiết và trace toàn bộ luồng suy luận của Agent, Harness Engineering giúp các đội ngũ kỹ thuật dễ dàng benchmark, phân tích nguyên nhân gốc rễ (RCA) và liên tục nâng cao độ tin cậy của toàn bộ hệ thống.</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 / 25</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Lục Chương Trình</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Tổng quan lộ trình báo cáo chiến lược và các nội dung trọng tâm dành cho Ban Lãnh đạo</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Tổng Quan Chiến Lược &amp; Bối Cảnh Thị Trường: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tích chuyên sâu về bối cảnh kinh tế vĩ mô, các xu hướng công nghệ mới nổi và bức tranh cạnh tranh toàn cầu, từ đó xác định rõ vị thế hiện tại cũng như các cơ hội chiến lược giúp doanh nghiệp tạo bứt phá tăng trưởng trong giai đoạn 2024-2030.</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Đánh Giá Thực Trạng &amp; Điểm Nghẽn Hạ Tầng: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Đi sâu phân tích hiệu năng vận hành của hệ thống hiện tại, nhận diện các điểm nghẽn về mặt kỹ thuật, khoảng trống trong quy trình làm việc và những hạn chế về năng lực cạnh tranh cần nhanh chóng giải quyết.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Kiến Trúc Giải Pháp &amp; Công Nghệ Đột Phá: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Đề xuất mô hình kiến trúc tổng thể tiên tiến, tích hợp các công nghệ cốt lõi hiện đại nhằm tối ưu hóa khả năng xử lý, nâng cao tính bảo mật, đảm bảo khả năng mở rộng linh hoạt và sẵn sàng cho các nhu cầu tương lai.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Lộ Trình Triển Khai &amp; Phân Bổ Nguồn Lực: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Chi tiết hóa kế hoạch thực thi theo từng giai đoạn cụ thể, xác định rõ các mốc thời gian mốt chốt, phân bổ tối ưu nguồn lực nhân sự - tài chính và thiết lập khung quản trị dự án nghiêm ngặt.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Bài Toán Kinh Tế &amp; Tối Ưu Tỷ Suất ROI: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tích toàn diện về tổng chi phí sở hữu (TCO), cấu trúc ngân sách đầu tư, dự báo dòng tiền cùng mô hình đánh giá tỷ suất hoàn vốn (ROI) chi tiết nhằm đảm bảo hiệu quả tài chính tối đa.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Quản Trị Rủi Ro &amp; Bảo Đảm Vận Hành Liên Tục: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Xây dựng khung kiểm soát rủi ro toàn diện, thiết lập các kịch bản ứng phó sự cố và phương án duy trì hoạt động kinh doanh (BCP) nhằm đảm bảo sự ổn định, an toàn tuyệt đối cho toàn bộ hệ thống.</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3 / 25</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Lục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Cấu trúc nội dung tổng quan về Kỹ thuật Thiết kế Hệ thống xung quanh AI Agents</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Bối Cảnh &amp; Mục Đích: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Tổng quan về sự dịch chuyển công nghệ từ các mô hình AI độc lập sang hệ thống AI Agent phức tạp, định hình mục tiêu tài liệu trong việc cung cấp lộ trình chuẩn hóa hạ tầng cho doanh nghiệp.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Định Nghĩa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Khái niệm kỹ thuật chuyên sâu về việc thiết kế môi trường, công cụ và cơ chế kiểm soát xung quanh AI Agent, đảm bảo Agent vận hành an toàn, chính xác và hiệu quả trong các hệ thống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Triết Lý Cốt Lõi &amp; Nguyên Lý: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tích các trụ cột kiến trúc từ quản lý bộ nhớ, phân quyền tài nguyên, tích hợp API đến cơ chế giám sát thực thi, giúp hạn chế rủi ro hành vi không kiểm soát của mô hình AI.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Ba Giai Đoạn Tiến Hóa Kỹ Nghệ: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Nhìn lại lộ trình phát triển từ Prompt Engineering (2022-2024) tập trung vào câu lệnh, Context Engineering (2025) tối ưu ngữ cảnh, đến Harness Engineering (2026+) chủ đạo kiến trúc hệ thống toàn diện.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So Sánh &amp; Phân Biệt Khái Niệm: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Làm rõ sự khác biệt giữa Harness Engineering với các phương pháp truyền thống như Fine-tuning, RAG và Prompt Engineering, giúp các kiến trúc sư phần mềm lựa chọn giải pháp tối ưu cho hệ thống.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Ứng Dụng Minh Họa Thực Tế: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Đánh giá các trường hợp sử dụng điển hình trong doanh nghiệp, chiến lược tích hợp thực thi công việc phức tạp và phương pháp đo lường hiệu quả vận hành của mô hình Harness Agent.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4 / 25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Lục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Tổng quan cấu trúc chương trình và các nội dung trọng tâm trong buổi báo cáo chiến lược</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Tổng Quan Chiến Lược &amp; Mục Tiêu: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Đánh giá toàn diện bối cảnh thị trường, các thách thức cốt lõi hiện tại và tầm nhìn chiến lược nhằm định hướng toàn bộ lộ trình chuyển đổi và phát triển dài hạn của doanh nghiệp trong giai đoạn tiếp theo.</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Phân Tích Hiện Trạng &amp; Khoảng Trống: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Đánh giá chuyên sâu hệ thống hạ tầng, quy trình vận hành và năng lực nhân sự hiện tại nhằm chỉ rõ các điểm nghẽn, từ đó xác định khoảng trống công nghệ và nguồn lực cần tập trung giải quyết.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Khung Kiến Trúc Giải Pháp: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Giới thiệu mô hình tổng thể và các giải pháp đột phá, tập trung vào việc tối ưu hóa kiến trúc hạ tầng, tăng cường khả năng mở rộng, tính bảo mật cao và tích hợp linh hoạt giữa các phân hệ nghiệp vụ.</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Lộ Trình Triển Khai Chi Tiết: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kỳ thực hiện theo từng giai đoạn cụ thể với các mốc tiến độ quan trọng, đảm bảo phân bổ nguồn lực hợp lý, kiểm soát rủi ro và cam kết đạt được các mục tiêu kinh doanh đúng thời hạn.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Quản Trị Rủi Ro &amp; Thích Ứng: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Xác định các rủi ro tiềm ẩn về mặt vận hành, kỹ thuật và nhân sự; đề xuất khung quản trị chủ động cùng các kịch bản ứng phó nhằm đảm bảo tính liên tục và an toàn tối đa cho dự án.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Mô Hình Tài Chính &amp; Đánh Giá ROI: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tích tổng vốn đầu tư (TCO), dự báo dòng tiền và các chỉ số đo lường hiệu quả kinh tế (ROI), chứng minh giá trị dài hạn và tác động tích cực đến doanh thu cũng như chi phí vận hành.</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5 / 25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Giới Thiệu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Tầm quan trọng của hạ tầng điều phối xung quanh mô hình ngôn ngữ lớn trong thực tế</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Bối Cảnh Kỷ Nguyên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bùng nổ của các mô hình ngôn ngữ lớn (LLMs) đã thay đổi hoàn toàn cảnh quan công nghệ toàn cầu, mở ra khả năng xử lý thông tin tự động và khả năng lập luận chưa từng có trong lịch sử phát triển phần mềm.</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Tiến Hóa Mô Hình: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Từ các thế hệ ban đầu như GPT-3 cho đến GPT-4, Claude và Gemini, các mô hình AI ngày càng trở nên thông minh hơn, sở hữu khả năng hiểu ngữ cảnh sâu sắc và giải quyết bài toán phức tạp tốt hơn.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Nghịch Lý Thực Tế: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ứng dụng chung một nền tảng LLM tiên tiến nhất, các sản phẩm thương mại thực tế lại tạo ra kết quả trái ngược: một số ứng dụng hoạt động xuất sắc vượt trội trong khi nhiều dự án khác lại thất bại thảm hại.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Bản Chất Vấn Đề: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Chìa khóa tạo ra sự khác biệt không nằm ở việc cố gắng nâng cấp hay tinh chỉnh bản thân mô hình AI, mà phụ thuộc hoàn toàn vào năng lực xây dựng hạ tầng kỹ thuật bao bọc và điều phối mô hình đó.</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Khái Niệm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Đây là phương pháp kỹ thuật hệ thống hiện đại, tập trung thiết lập và tối ưu hóa toàn bộ môi trường vận hành phụ trợ xung quanh mô hình AI để đảm bảo tính chính xác, an toàn và ổn định khi triển khai.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Hệ Sinh Thái Xung Quanh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Một khung Harness Engineering chuẩn chỉnh đòi hỏi sự phối hợp đồng bộ của 6 thành tố cốt lõi: công cụ (tools), phân quyền (permissions), bộ nhớ (memory), vòng lặp phản hồi (feedback loops), rào cản bảo vệ (guardrails), và quản lý ngữ cảnh (context management).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6 / 25</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Bối Cảnh: Sự Ra Đời Của Harness Engineering</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Tuyên bố lịch sử của Mitchell Hashimoto và bước ngoặt dịch chuyển tư duy phát triển ứng dụng AI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Tuyên bố gây chú ý của Mitchell Hashimoto: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Nhà sáng lập HashiCorp và tác giả của Terraform gây sốc trong cộng đồng công nghệ khi khẳng định *"Prompt Engineering đã chết"*, cho rằng kỷ nguyên tối ưu hóa từng câu lệnh đơn lẻ đang khép lại để nhường chỗ cho tư duy kỹ thuật hệ thống.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dịch chuyển tầm nhìn công nghệ: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tiêu tốn thời gian viết những câu prompt dài hàng nghìn từ mang tính may rủi, ngành phát triển AI cần dịch chuyển trọng tâm sang việc xây dựng khung hạ tầng và môi trường thực thi vững chắc xung quanh AI Agents.</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Bản chất của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Khái niệm này tập trung vào thiết kế "bộ yên cương" (harness) – bao gồm kiến trúc phần mềm, công cụ kết nối, quy trình kiểm soát và cơ chế tự sửa lỗi – giúp mô hình AI hoạt động ổn định, an toàn trong môi trường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của Prompt Engineering truyền thống: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Việc phụ thuộc hoàn toàn vào prompt khiến hệ thống trở nên mỏng mong, khó bảo trì, không thể kiểm thử tự động và dễ vỡ khi các mô hình ngôn ngữ lớn (LLM) thay đổi hoặc cập nhật phiên bản.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Tập trung vào kiến trúc hệ thống hoàn chỉnh: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Harness Engineering đòi hỏi các kỹ sư phải suy nghĩ như những kiến trúc sư hạ tầng: chú trọng vào quản lý ngữ cảnh, tích hợp API, kiểm soát quyền hạn và đo lường đầu ra thay vì chỉ giao tiếp đơn thuần với LLM.</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Bước ngoặt cho phần mềm AI doanh nghiệp: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Tuyên bố này định hình lại tiêu chuẩn phần mềm AI thương mại, nơi độ tin cậy, tính nhất quán và khả năng mở rộng của toàn bộ hệ thống quan trọng hơn nhiều so với sự vi diệu của một vài câu prompt riêng lẻ.</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7 / 25</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Mục Đích Của Tài Liệu</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Cung cấp cái nhìn toàn diện về hạ tầng, triết lý thiết kế và hướng dẫn triển khai Harness Engineering cho AI Agents</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Tổng Quan Toàn Diện: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Tài liệu này đóng vai trò như một lộ trình kỹ thuật chi tiết, cung cấp góc nhìn hệ thống và sâu sắc về Harness Engineering nhằm giúp các đội ngũ phát triển làm chủ cách xây dựng hạ tầng tối ưu cho AI Agents.</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Định Nghĩa &amp; Triết Lý: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Hệ thống hóa các khái niệm nền tảng, cơ chế vận hành và triết lý thiết kế cốt lõi của Harness Engineering, chuyển dịch trọng tâm từ việc chỉ điều khiển mô hình sang xây dựng môi trường bao bọc linh hoạt.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So Sánh Tiến Hóa: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Phân tích sự tiến hóa kỹ thuật qua các giai đoạn từ Prompt Engineering, Context Engineering đến Harness Engineering, làm rõ điểm vượt trội trong khả năng kiểm soát luồng công việc phức tạp và đa bước.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Thành Phần &amp; Kiến Trúc: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Đi sâu vào cấu trúc tầng và các nguyên tắc thiết kế hạ tầng quan trọng, giúp kiến trúc sư phần mềm xây dựng các công cụ, sandbox và bộ nhớ giám sát agent một cách chuẩn hóa.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Nghiên Cứu Thực Tế: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Tổng hợp các Case Studies tiêu biểu từ các tổ chức tiên phong như Princeton NLP và Anthropic, minh họa cách ứng dụng thành công Harness Engineering trong các môi trường doanh nghiệp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Hướng Dẫn Triển Khai: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Cung cấp bộ Best Practices, checklist đánh giá và lộ trình từng bước để tổ chức chuyển đổi kiến trúc hệ thống hiện tại, giảm thiểu rủi ro vận hành và tối ưu hóa hiệu năng agent.</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8 / 25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Harness Engineering Là Gì?</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Định nghĩa kỹ thuật thiết kế môi trường hạ tầng xung quanh AI để tối ưu hiệu suất và độ tin cậy của hệ thống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Khái niệm Harness Engineering: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Là phương pháp luận kỹ thuật tập trung vào việc thiết kế, xây dựng và tối ưu hóa toàn bộ môi trường xung quanh một mô hình AI nền tảng, thay vì tìm cách can thiệp hay cải thiện bản thân thuật toán của mô hình đó.</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Hệ sinh thái hạ tầng xung quanh AI: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Bao gồm việc tích hợp hệ thống công cụ bổ trợ, cơ chế phân quyền truy cập an toàn, bộ nhớ ngắn và dài hạn, vòng lặp tự phản hồi, các rào cản kiểm soát an toàn và quy trình quản lý context window tối ưu.</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Bản chất mối quan hệ Mô hình - Harness: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Nói một cách đơn giản, mô hình AI nền tảng chính là 'thực thể suy nghĩ', trong khi Harness đóng vai trò là toàn bộ 'môi trường và công cụ mà AI suy nghĩ về' để giải quyết các bài toán cụ thể.</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Dịch chuyển tư duy từ Model-centric sang Harness-centric: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Thay vì thụ động phụ thuộc vào tiến trình nâng cấp mô hình của các nhà cung cấp bên ngoài, doanh nghiệp chủ động làm chủ năng lực hệ thống bằng cách hoàn thiện cấu trúc dữ liệu và quy trình điều phối xung quanh.</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Yếu tố quyết định chất lượng đầu ra: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Thực tế triển khai chứng minh một mô hình tiêu chuẩn được trang bị khung Harness bài bản sẽ tạo ra kết quả chính xác, nhất quái và tin cậy hơn nhiều so với một mô hình tiên tiến nhất hoạt động trong môi trường thiếu kiểm soát.</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9 / 25</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Triết Lý Cốt Lõi Trong Harness Engineering</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Phương châm chuyển dịch tư duy từ việc tối ưu prompt cảm tính sang thiết kế hạ tầng kỹ thuật bền vững cho AI Agents</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Nguyên Tắc Kim Chỉ Nam: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"Mỗi khi AI agent mắc lỗi, bạn không cầu nguyện nó làm tốt hơn lần sau – bạn xây dựng một giải pháp hệ thống để nó không bao giờ tái phạm." Đây là tư duy cốt lõi chuyển hướng từ hy vọng cảm tính sang kỹ thuật kiểm soát tin cậy.</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Systematic Solutions over Prayers: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hy vọng AI sẽ tự "rút kinh nghiệm" hay nâng cao năng lực qua các phản hồi ngẫu nhiên, kỹ sư phải xây dựng các cơ chế xác thực cứng (deterministic validation) và quy trình kiểm thử tự động nhằm triệt tiêu hoàn toàn khả năng lặp lại lỗi.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Infrastructure over Instructions: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cố gắng viết những câu prompt dài dòng và phức tạp để dặn dò agent, hãy xây dựng cơ sở hạ tầng mạnh mẽ với schema kiểm soát chặt chẽ, giới hạn không gian hành động và cung cấp bộ công cụ chuẩn xác cho AI.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Design over Training: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tiêu tốn tài nguyên và thời gian fine-tune lại mô hình foundation lớn khi gặp trường hợp ngoại lệ, hãy tập trung thiết kế lại môi trường tương tác, quy trình phân rã nhiệm vụ và luồng phản hồi (feedback loops) xung quanh mô hình.</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Deterministic Guardrails &amp; Isolation: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Xây dựng lớp bảo vệ cứng định hình chính xác ranh giới hoạt động của agent, đảm bảo mọi đầu ra bất thường từ LLM đều bị phát hiện, chặn đứng và xử lý an toàn trước khi ảnh hưởng đến hệ thống vận hành thực tế.</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Regression Harnessing: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Chuyển đổi mọi lỗi phát sinh trong quá trình vận hành thực tế thành các bài kiểm thử tự động (regression tests) tích hợp trực tiếp vào harness, đảm bảo kiến trúc hệ thống liên tục được củng cố và tiến hóa.</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10 / 25</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Ví Dụ Minh Họa</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So sánh chi tiết giữa việc nhắc nhở bằng Prompt Engineering và kiểm soát bằng hạ tầng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Kịch Bản Phát Triển: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Hãy tưởng tượng bạn đang phát triển một AI Coding Assistant với yêu cầu bắt buộc là toàn bộ mã nguồn Python do AI tạo ra phải chuẩn xác, chạy được ngay và không chứa lỗi cú pháp cơ bản.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Khi Prompt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Cách tiếp cận truyền thống phụ thuộc hoàn toàn vào việc dặn dò trong prompt như 'Hãy viết code Python, đảm bảo kiểm tra kỹ lỗi cú pháp và tự sửa', vốn rất dễ thất bại do bản chất xác suất của mô hình ngôn ngữ.</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Rủi Ro Thực Tế: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Dù câu lệnh prompt có chi tiết đến đâu, LLM vẫn thường xuyên bỏ sót các lỗi syntax ẩn, khiến người dùng cuối nhận về mã nguồn hỏng và phải mất thời gian phản hồi thủ công để AI viết lại.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Giải Pháp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trông chờ vào sự cẩn thận tự thân của LLM, ta xây dựng một hệ thống bao bọc xung quanh (Harness) tích hợp trực tiếp linter tĩnh để tự động kiểm soát chất lượng code ngay khi vừa được sinh ra.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Tích Hợp Tool: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Khai báo công cụ `write_code` với mã xử lý `execute: async (code) =&gt; { const lintResult = await linter.check(code); }` nhằm chủ động bắt lỗi linter và ép Agent phải tự sửa mã nguồn trước khi xuất kết quả.</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Khác Biệt Tối Thượng: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Chuyển dịch căn bản từ tư duy 'hy vọng AI tự làm đúng' sang 'bắt buộc AI làm đúng' nhờ vòng lặp phản hồi đóng (closed-loop feedback) giữa công cụ kiểm tra tự động và mô hình.</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11 / 25</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Với Các Khái Niệm Khác</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Phân biệt Prompt Engineering, Context Engineering và Harness Engineering trong phát triển ứng dụng AI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Trọng Tâm Thiết Kế (Design Focus):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Trong khi Prompt Engineering chỉ tập trung vào kỹ thuật đặt câu hỏi và Context Engineering chú trọng việc chọn lọc dữ liệu đầu vào phù hợp, Harness Engineering mở rộng phạm vi ra toàn bộ hạ tầng môi trường, quy trình thực thi và cơ chế kiểm soát xung quanh AI Agent.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Mục Tiêu Đạt Được (Target Outcome):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Prompt Engineering hướng tới việc tạo ra một câu trả lời đơn lẻ tối ưu; Context Engineering giúp AI hiểu đúng bối cảnh thông tin; trong khi Harness Engineering xây dựng một môi trường vận hành hoàn chỉnh giúp Agent thực thi tác vụ phức tạp với độ tin cậy cao.</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Ví Dụ Thực Tế (Practical Analogy):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Nhìn theo góc độ quản trị, Prompt Engineering giống như giao một lời thoại chi tiết, Context Engineering giống như cung cấp hồ sơ tài liệu đính kèm, còn Harness Engineering chính là việc thiết kế toàn bộ văn phòng làm việc, công cụ và quy trình phối hợp cho nhân sự AI.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Mức Độ Kiểm Soát (Control Level):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Mức độ kiểm soát hệ thống tăng dần từ Thấp ở Prompt Engineering (phụ thuộc nhiều vào xác suất của LLM), Trung bình ở Context Engineering (quản lý cửa sổ ngữ cảnh), đến Cao ở Harness Engineering nhờ khả năng can thiệp trực tiếp vào luồng thực thi và kiểm soát trạng thái (state management).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Tính Bền Vững Và Mở Rộng (Sustainability &amp; Scalability):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Prompt Engineering có tính bền vững thấp do dễ gãy đứt khi thay đổi phiên bản LLM; Context Engineering đạt mức trung bình; trong khi Harness Engineering mang lại tính bền vững cao nhờ tách biệt kiến trúc hạ tầng khỏi mô hình AI cốt lõi.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Tích Hợp Doanh Nghiệp (Enterprise Readiness):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Harness Engineering là cấp độ trưởng thành nhất, đóng vai trò cầu nối quan trọng giúp chuyển đổi các thử nghiệm AI đơn lẻ thành các hệ thống đa agent (Multi-Agent) có khả năng tự động hóa quy trình kinh doanh thực tế trong môi trường doanh nghiệp.</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12 / 25</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Ba Giai Đoạn Tiến Hóa Của Kỹ Nghệ AI</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Nhìn lại giai đoạn khởi đầu với Prompt Engineering và những giới hạn cốt lõi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Quá trình tiến hóa kỹ nghệ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Để hiểu rõ vai trò của Harness Engineering, chúng ta cần nhìn lại hành trình tiến hóa từ việc tối ưu hóa câu lệnh đơn lẻ đến xây dựng hạ tầng kiểm soát toàn diện cho hệ thống AI Agents.</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Giai đoạn 1 - Prompt Engineering (2022-2024):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Tập trung chủ yếu vào nghệ thuật đặt câu hỏi và cấu trúc hóa văn bản đầu vào để định hình đầu ra của mô hình ngôn ngữ lớn (LLMs) mà chưa can thiệp sâu vào luồng xử lý mã nguồn.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Kỹ thuật cốt lõi trong tinh chỉnh câu lệnh: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Ứng dụng phổ biến các phương pháp như Few-shot Learning (cung cấp ví dụ mẫu), Chain-of-Thought (bắt buộc AI suy luận từng bước), và Role-playing (yêu cầu đóng vai như 'Act as a senior Python developer').</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Phụ thuộc vào nghệ thuật viết Prompt: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Hiệu quả của hệ thống phụ thuộc hoàn toàn vào thủ thuật tinh chỉnh từng từ ngữ (prompt crafting), dẫn đến việc thiếu chuẩn hóa kỹ thuật, khó đo lường và khó chuyển giao quy trình làm việc giữa các kỹ sư.</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Hạn chế lớn về độ ổn định và khả năng mở rộng: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Đầu ra mang tính bất định cao (non-deterministic), dễ bị lỗi khi dữ liệu đầu vào thay đổi, đồng thời cực kỳ khó bảo trì hay tái sử dụng khi ứng dụng bài toán ở quy mô doanh nghiệp lớn.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Tiền đề cho sự chuyển dịch hạ tầng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Những điểm yếu kinh điển của Prompt Engineering đã thúc đẩy ngành công nghiệp hướng tới việc kiểm soát ngữ cảnh động, quản lý bộ nhớ và kiểm thử tự động - nền móng cho Harness Engineering.</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13 / 25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3.2. Context Engineering (2025)</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Kỷ nguyên cung cấp ngữ cảnh chuẩn xác và quản lý tri thức hệ thống cho AI Agents</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Trọng tâm cốt lõi (Core Focus):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Tập trung giải quyết bài toán dịch chuyển từ việc tinh chỉnh câu từ đơn thuần sang thiết kế cấu trúc ngữ cảnh chuẩn xác, xác định chính xác dữ liệu đầu vào tối ưu để AI đưa ra phản hồi chính xác nhất.</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Kiến trúc RAG (Retrieval Augmented Generation):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Áp dụng cơ chế truy xuất dữ liệu động từ Vector Database nhằm bổ sung tri thức theo thời gian thực cho mô hình, bù đắp hạn chế tri thức tĩnh và giảm thiểu tối đa hiện tượng ảo giác (hallucination).</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Tích hợp Enterprise Knowledge Bases: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Kết nối linh hoạt các nguồn tri thức nội bộ như tài liệu kỹ thuật, hệ thống Wiki hay cơ sở dữ liệu doanh nghiệp vào prompt của LLM, giúp AI thấu hiểu sâu sắc bối cảnh nghiệp vụ riêng biệt.</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Quản lý Context Window hiệu quả: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Tối ưu hóa dung lượng cửa sổ ngữ cảnh bằng các kỹ thuật phân mảnh (chunking), xếp hạng lại (reranking) và lọc nhiễu, giúp tiết kiệm chi phí token và tránh hiện tượng bỏ sót thông tin (Lost in the Middle).</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Quy trình thực thi qua Mã lệnh: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Hiện thực hóa việc thu thập ngữ cảnh tự động bằng mã lệnh thực tế thông qua thao tác truy vấn `vectorDB.search(query)`, tổng hợp văn bản liên quan `relevantDocs.map()` và gộp trực tiếp vào hệ thống prompt trước khi gửi tới mô hình.</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14 / 25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3.3. Harness Engineering (2026+)</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Kỷ nguyên kiến tạo môi trường vận hành tự chủ, toàn diện và an toàn cho AI Agents</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Trọng Tâm Vận Hành (System-Centric Focus):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chỉ tập trung vào tinh chỉnh prompt hay quy trình từng bước, Harness Engineering kỷ nguyên 2026+ chuyển sang quản lý toàn bộ môi trường xung quanh AI. Mục tiêu là đảm bảo cách thức toàn bộ hệ thống vận hành, tương tác và phối hợp linh hoạt để AI Agent hoạt động đáng tin cậy.</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Thiết Kế Môi Trường Khép Kín (Full Environment Architecture):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Kiến trúc Harness chịu trách nhiệm thiết kế toàn bộ không gian hoạt động của AI. Hệ thống tự động cấp phát tài nguyên, quản lý quyền truy cập dữ liệu, thiết lập không gian thực thi an toàn và điều phối dòng thông tin một cách chuẩn hóa.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Tích Hợp Đa Tầng Hợp Nhất (Native Tool, Memory &amp; Guardrails Integration):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Đóng gói đồng bộ các công cụ (code execution, file manager, web search), hệ thống bộ nhớ đa tầng (ngắn hạn, dài hạn, bộ nhớ làm việc) cùng hệ thống rào chắn bảo vệ trong một cấu trúc hạ tầng thống nhất.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Kiểm Soát Chặt Chẽ Hành Vi AI (Strict Behavioral Control):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Áp dụng các chính sách kiểm soát nghiêm ngặt đối với mọi đầu ra và hành động của AI. Cơ chế rào chắn giúp chủ động ngăn ngừa hiện tượng ảo giác (hallucination), vi phạm bảo mật dữ liệu hoặc vượt quyền thực thi hệ thống.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Tự Động Xử Lý Lỗi &amp; Tối Ưu Hóa (Self-Healing &amp; Optimization):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Môi trường Harness được tích hợp khả năng tự phát hiện sự cố, tự động khôi phục trạng thái khi gặp lỗi thực thi và liên tục tinh chỉnh dòng dữ liệu để tối ưu hóa chi phí token cũng như độ trễ của hệ thống.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Mô Hình Cấu Hình Khai Báo (Declarative Harness Pattern):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Hiện thực hóa hạ tầng bằng các đối tượng khởi tạo chuẩn mực như `const harness = new AIHarness({...})`. Cách tiếp cận này giúp mã nguồn rõ ràng, tích hợp linh hoạt các LLM hàng đầu cùng các module quản lý bộ nhớ và công cụ mở rộng.</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15 / 25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Tổng Quan Các Giai Đoạn Kỹ Nghệ AI</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Phân tích đối sánh giữa Prompt Engineering, Context Engineering và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Đối Tượng Tác Động: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Prompt Engineering tập trung vào việc tinh chỉnh câu lệnh nhập vào cho từng tương tác đơn lẻ, Context Engineering mở rộng sang quản lý không gian tri thức và bộ nhớ của mô hình, trong khi Harness Engineering quản trị toàn bộ môi trường thực thi, công cụ ngoại vi và khung kiềm tỏa hành vi AI Agent.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Cơ Chế Hoạt Động Cốt Lõi: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Nếu Prompting phụ thuộc vào kỹ thuật chuỗi suy nghĩ (CoT) hay few-shot trên giao diện text, Context Engineering ứng dụng RAG tiên tiến và nén ngữ cảnh, thì Harness Engineering xây dựng hạ tầng kiểm thử tự động (evals), gờ chắn an toàn (guardrails) và vòng lặp phản hồi đa lớp.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Chỉ Số Đo Lường Thành Công: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chuyển dịch tiêu chuẩn đánh giá đi từ chất lượng văn bản trả lời đơn lẻ (Prompting), độ chính xác truy xuất tri thức Precision/Recall (Context), tới tỷ lệ hoàn thành tác vụ phức tạp end-to-end (Task Completion Rate) và độ tin cậy của toàn bộ hệ thống (Harness).</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Mức Độ Tự Chủ Và Phục Hồi: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Prompting đòi hỏi con người can thiệp liên tục vào từng bước tương tác; Context Engineering hỗ trợ giải quyết câu hỏi phức tạp dựa trên dữ liệu; Harness Engineering cho phép AI Agent tự chủ thực thi workflow dài hạn với khả năng tự phát hiện và sửa lỗi linh hoạt.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Chuyển Dịch Năng Lực Kỹ Sư: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Ngành kỹ nghệ AI ghi nhận bước nhảy vọt từ kỹ năng giao tiếp ngôn ngữ (Prompt Crafter), qua quản trị hạ tầng dữ liệu tri thức (Context Architect), tiến tới năng lực kiến trúc phần mềm và kỹ nghệ hệ thống toàn diện (Harness Engineer) kết hợp DevOps và MLOps.</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Tác Động Tới Kiến Trúc Phần Mềm: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Thay vì coi AI là một dịch vụ API độc lập được gọi ngẫu nhiên, Harness Engineering biến AI Agent thành một phần tử trung tâm được bao bọc bởi môi trường kiểm soát nghiêm ngặt, đặt nền tảng cho tự động hóa quy mô doanh nghiệp.</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16 / 25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So Sánh Tổng Quan Tiến Hóa Kỹ Nghệ AI</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Hành trình chuyển dịch từ tối ưu hóa câu lệnh đơn lẻ đến hạ tầng kiểm soát hệ thống AI toàn diện</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Giai Đoạn 2022-2024 (Prompt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Tập trung chủ yếu vào kỹ thuật tinh chỉnh câu lệnh ('Làm sao hỏi cho đúng') nhằm khai thác tri thức đóng gói sẵn trong LLM. Phương pháp này mang lại kết quả nhanh chóng nhưng mức độ kiểm soát hệ thống rất thấp và phụ thuộc nhiều vào cảm quan cá nhân.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Giai Đoạn 2025 (Context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Chuyển dịch trọng tâm sang việc quản lý và tối ưu hóa cửa sổ ngữ cảnh (Context Window) thông qua kiến trúc RAG, vector database và dynamic injection. Mô hình được cung cấp đúng tri thức cần thiết tại đúng thời điểm để giảm ảo giác.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Giai Đoạn 2026+ (Harness Engineering):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Đại diện cho bước tiến tối thượng với việc xây dựng hạ tầng khung bao quanh (harness) toàn diện, kết hợp các guardrail kiểm soát, công cụ ngoại vi và quy trình đánh giá tự động cho phép AI Agent vận hành độc lập và tin cậy.</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Thay Đổi Về Mục Tiêu Trọng Tâm (Focus Shift):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Dịch chuyển từ nghệ thuật trau chuốt văn bản đầu vào (Prompt Focus) sang thiết kế kiến trúc luồng dữ liệu (Context Architecture), và cuối cùng là điều phối hành vi cùng quy định biên độ hoạt động của hệ thống (Systemic Control).</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Thước Đo Mức Độ Kiểm Soát (Control Spectrum):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Tiến trình phát triển nâng cấp mức độ kiểm soát hệ thống từ mức 'Thấp' (chỉ kỳ vọng LLM hiểu đúng prompt) lên mức 'Trung bình' (kiểm soát dữ liệu đầu vào) và đạt mức 'Tuyệt đối' (rào chắn định hướng hành vi agent).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Giá Trị Doanh Nghiệp (Enterprise Impact):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Giúp các tổ chức vượt qua giai đoạn thử nghiệm tính năng đơn lẻ để tiến tới triển khai các giải pháp AI tự chủ cấp doanh nghiệp có khả năng tự phát hiện lỗi, khắc phục sự cố và tuân thủ chặt chẽ tiêu chuẩn an toàn.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17 / 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99060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Insight Quan Trọng: Sự Tích Lũy Các Lớp Kiểm Soát</a:t>
            </a:r>
            <a:endParaRPr lang="en-US" sz="3000" dirty="0"/>
          </a:p>
        </p:txBody>
      </p:sp>
      <p:sp>
        <p:nvSpPr>
          <p:cNvPr id="5" name="Text 3"/>
          <p:cNvSpPr/>
          <p:nvPr/>
        </p:nvSpPr>
        <p:spPr>
          <a:xfrm>
            <a:off x="548640" y="185928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Prompt Engineering không biến mất mà trở thành một phần của hệ sinh thái kỹ nghệ AI toàn diện</a:t>
            </a:r>
            <a:endParaRPr lang="en-US" sz="1400" dirty="0"/>
          </a:p>
        </p:txBody>
      </p:sp>
      <p:sp>
        <p:nvSpPr>
          <p:cNvPr id="6" name="Shape 4"/>
          <p:cNvSpPr/>
          <p:nvPr/>
        </p:nvSpPr>
        <p:spPr>
          <a:xfrm>
            <a:off x="4937760" y="2362200"/>
            <a:ext cx="2286000" cy="0"/>
          </a:xfrm>
          <a:prstGeom prst="line">
            <a:avLst/>
          </a:prstGeom>
          <a:noFill/>
          <a:ln w="25400">
            <a:solidFill>
              <a:srgbClr val="C8A951"/>
            </a:solidFill>
            <a:prstDash val="solid"/>
          </a:ln>
        </p:spPr>
      </p:sp>
      <p:sp>
        <p:nvSpPr>
          <p:cNvPr id="7" name="Text 5"/>
          <p:cNvSpPr/>
          <p:nvPr/>
        </p:nvSpPr>
        <p:spPr>
          <a:xfrm>
            <a:off x="731520" y="2499360"/>
            <a:ext cx="10698480" cy="362712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Prompt Engineering Không Chết: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Kỹ năng viết chỉ thị rõ ràng vẫn là nền tảng cơ bản, nhưng nó không còn đủ độc lập để giải quyết các bài toán phần mềm phức tạp ở quy mô doanh nghiệp nếu thiếu hạ tầng hỗ trợ.</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Mô Hình Tiến Hóa Tích Lũy: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Các giai đoạn kỹ nghệ AI không thay thế lẫn nhau theo dạng loại trừ, mà xếp chồng lên nhau thành các lớp kiểm soát (layered control) bổ trợ giúp tăng độ tin cậy từ cấp độ chỉ thị đến cấp độ hệ thống.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Lớp Prompt (Prompt Layer):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Bạn vẫn bắt buộc phải có prompt được tối ưu hóa chuẩn xác để định hình tư duy mô hình, thiết lập vai trò, quy định định dạng đầu ra và điều khiển hành vi cốt lõi của AI.</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Lớp Context (Context Layer):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Bạn vẫn cần Context Engineering để tự động hóa việc truy xuất dữ liệu phù hợp, quản lý lịch sử hội thoại, tinh chỉnh cửa sổ ngữ cảnh và cung cấp đầy đủ tri thức doanh nghiệp đúng thời điểm.</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Lớp Harness (Harness Layer):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Bạn cần bổ sung hệ thống Harness Engineering hoàn chỉnh để tạo ra khung bao bọc, tự động hóa quy trình đánh giá (evals), xử lý ngoại lệ, quản lý luồng công việc và đảm bảo tính an toàn vận hành.</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Tư Duy Kiến Trúc Toàn Diện: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kết hợp nhuần nhuyễn giữa Prompt, Context và Harness giúp chuyển đổi AI từ một công cụ sáng tạo câu lệnh ngẫu nhiên thành một thành phần phần mềm có tính chuẩn xác cao và sẵn sàng cho môi trường production.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18 / 25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Tại Sao Harness Engineering Quan Trọng?</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Bằng chứng thực nghiệm về tác động đột phá của Agent-Computer Interface (ACI) đến hiệu suất AI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Bằng Chứng Thực Nghiệm Từ Princeton NLP: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Nghiên cứu đột phá từ dự án SWE-agent chỉ ra rằng việc tối ưu hóa giao diện tương tác giữa AI và máy tính (Agent-Computer Interface - ACI) giúp nâng cao hiệu suất giải quyết sự cố phần mềm thực tế một cách vượt trội mà hoàn toàn không cần thay đổi hay nâng cấp mô hình nền tảng.</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Mức Tăng Trưởng Hiệu Suất Tới 64%: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Các kết quả thử nghiệm thực tế chứng minh tỷ lệ giải quyết tác vụ thành công (Success Rate) đã tăng từ mức cơ sở 12.5% khi không có harness lên tới 20.5% khi áp dụng môi trường harness tối ưu, đem lại mức cải thiện tương đối đột phá đạt tới +64%.</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Tầm Quan Trọng Của Môi Trường So Với Mô Hình: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Thiết kế lớp Harness (ACI) đôi khi giữ vai trò quyết định hơn cả việc lựa chọn hay nâng cấp mô hình ngôn ngữ lớn (LLM); một mô hình tầm trung với môi trường điều phối tốt hoàn toàn có thể vượt qua mô hình hàng đầu hoạt động trong môi trường thô.</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Tối Ưu Hóa ROI Và Chi Phí Đầu Tư: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Tối ưu hóa Harness Engineering mang lại tỷ suất hoàn vốn (ROI) vượt trội hơn hẳn so với chi phí đắt đỏ và phức tạp của việc thu thập dữ liệu để tiếp tục huấn luyện (pre-training) hoặc fine-tune các mô hình AI mới.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Khả Năng Triển Khai Ngay Lập Tức: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Phương pháp này đòi hỏi chi phí tài nguyên tính toán thấp, có thể tích hợp và áp dụng trực tiếp vào các hệ thống phần mềm hiện hữu của doanh nghiệp ngay lập tức mà không phụ thuộc vào hạ tầng phần cứng GPU đắt đỏ.</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19 / 25</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99060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4.2. Mô Hình Chỉ Là Công Cụ, Hệ Thống Mới Quyết Định Kết Quả</a:t>
            </a:r>
            <a:endParaRPr lang="en-US" sz="3000" dirty="0"/>
          </a:p>
        </p:txBody>
      </p:sp>
      <p:sp>
        <p:nvSpPr>
          <p:cNvPr id="5" name="Text 3"/>
          <p:cNvSpPr/>
          <p:nvPr/>
        </p:nvSpPr>
        <p:spPr>
          <a:xfrm>
            <a:off x="548640" y="185928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Sự chuyển dịch giá trị từ năng lực mô hình đơn lẻ sang sức mạnh của kiến trúc hệ thống Harness</a:t>
            </a:r>
            <a:endParaRPr lang="en-US" sz="1400" dirty="0"/>
          </a:p>
        </p:txBody>
      </p:sp>
      <p:sp>
        <p:nvSpPr>
          <p:cNvPr id="6" name="Shape 4"/>
          <p:cNvSpPr/>
          <p:nvPr/>
        </p:nvSpPr>
        <p:spPr>
          <a:xfrm>
            <a:off x="4937760" y="2362200"/>
            <a:ext cx="2286000" cy="0"/>
          </a:xfrm>
          <a:prstGeom prst="line">
            <a:avLst/>
          </a:prstGeom>
          <a:noFill/>
          <a:ln w="25400">
            <a:solidFill>
              <a:srgbClr val="C8A951"/>
            </a:solidFill>
            <a:prstDash val="solid"/>
          </a:ln>
        </p:spPr>
      </p:sp>
      <p:sp>
        <p:nvSpPr>
          <p:cNvPr id="7" name="Text 5"/>
          <p:cNvSpPr/>
          <p:nvPr/>
        </p:nvSpPr>
        <p:spPr>
          <a:xfrm>
            <a:off x="731520" y="2499360"/>
            <a:ext cx="10698480" cy="362712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Thực Tế Thị Trường AI: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phát triển thần tốc của các mô hình nền tảng đang dẫn đến hiện tượng 'hàng hóa hóa' (commoditization), khi năng lực tính toán và trí tuệ cốt lõi giữa các mô hình hàng đầu dần tiệm cận nhau.</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Giai Đoạn Độc Tôn (2023):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thống trị tuyệt đối của GPT-4 từng tạo ra quan niệm mô hình là yếu tố duy nhất quyết định thành bại, khiến doanh nghiệp phụ thuộc hoàn toàn vào nhà cung cấp API đơn lẻ.</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Cạnh Tranh Gay Gắt (2024):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bứt phá của Claude 3 và Gemini Ultra đã chứng minh khoảng cách công nghệ bị thu hẹp nhanh chóng, cho thấy việc cược vào một mô hình duy nhất là chiến lược mạo hiểm.</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Hội Tụ Năng Lực (2025):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Ranh giới hiệu năng giữa mô hình thương mại và mô hình mã nguồn mở (như Llama, DeepSeek) dần xóa bỏ, biến LLM trở thành nguồn tài nguyên điện toán tiêu chuẩn có thể thay thế linh hoạt.</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Chuẩn Hóa Tiêu Chuẩn (2026+):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Mô hình AI chính thức trở thành hàng hóa phổ thông (commodity); sự chênh lệch vài phần trăm trên bảng xếp hạng benchmark không còn tạo ra khác biệt kinh doanh thực sự.</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Khác Biệt Nằm Ở Harness: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Lợi thế cạnh tranh bền vững và độ tin cậy của sản phẩm không đến từ bản thân mô hình, mà nằm ở hệ thống Harness bao bọc xung quanh giúp điều phối, kiểm soát và tối ưu hóa quy trình làm việc.</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20 / 25</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4.3. Kiểm Soát và Đáng Tin Cậy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Chuyển đổi từ mô hình hộp đen ngẫu nhiên sang hệ thống quản trị chủ động và an toàn tuyệt đối</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Hạn Chế Của Tiếp Cận Trực Tiếp (Black-Box AI Call):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Thực hiện gọi API dạng `const response = await ai.chat("Fix this bug")` biến AI thành hộp đen hoàn toàn không thể kiểm soát. Nhà phát triển rơi vào thế thụ động khi không thể can thiệp hay định hướng quy trình tư duy của mô hình trong thời gian thực.</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Rủi Ro Thiếu Đảm Bảo Output Và Khó Debug: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Trong tiếp cận cũ, bạn không thể dự đoán chính xác AI sẽ sửa đổi những gì, không đảm bảo được định dạng output chuẩn xác và gặp bế tắc khi debug lỗi phát sinh do tính ngẫu nhiên (non-deterministic) của mô hình ngôn ngữ lớn.</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Giải Pháp Harness Engineering – Kiểm Soát Hoàn Toàn: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Harness Engineering thay thế cơ chế tin tưởng mù quáng bằng khung kiểm soát chủ động. Lập trình viên thiết lập môi trường thực thi qua `const harness = new AIHarness(...)` để phân quyền, giới hạn phạm vi tác động và theo dõi từng thao tác của AI.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Cơ Chế Validation Và Giám Sát Quyền Can Thiệp: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Khung Harness tích hợp các hàm kiểm tra tự động như `validator: (path) =&gt; isAllowed(path)`, đảm bảo AI chỉ được chỉnh sửa đúng tệp tin cho phép, ngăn chặn các hành vi vượt quyền hoặc phá hỏng cấu trúc mã nguồn doanh nghiệp.</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Chuyển Đổi Từ "Hy Vọng" Sang "Đảm Bảo Kỹ Thuật":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Sự chuyển dịch sang Harness Engineering mang lại độ tin cậy tuyệt đối cho ứng dụng AI. Doanh nghiệp không còn phải dựa vào xác suất may rủi mà có thể cam kết tính ổn định, độ an toàn và an ninh cho toàn bộ hệ thống phần mềm.</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21 / 25</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4.4. Scalability và Maintainability</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Giải quyết bài toán vận hành quy mô lớn bằng kiến trúc Harness tập trung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Kịch Bản Hệ Thống Đa Agent: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Trong môi trường sản xuất thực tế với hệ thống 10 AI agents hoạt động đồng thời, việc quản lý và bảo trì hành vi riêng lẻ cho từng agent sẽ nhanh chóng vượt quá khả năng kiểm soát khi quy mô ứng dụng mở rộng.</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Thách Thức Khi Không Có Harness: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Khi phát hiện lỗi bảo mật nhạy cảm, việc không có lớp Harness buộc kỹ sư phải sửa thủ công 10 prompts khác nhau, thực hiện kiểm thử lại toàn bộ 10 agents, tiêu tốn 2-3 ngày làm việc mà vẫn đối mặt rủi ro bỏ sót lỗ hổng.</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Quản Lý Tập Trung Với Harness: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Harness đóng vai trò như một điểm kiểm soát duy nhất (Single Source of Truth), cho phép cập nhật chính sách an toàn cho toàn bộ hệ thống ngay lập tức mà không cần phải chỉnh sửa hay can thiệp vào prompt của từng agent riêng biệt.</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Cơ Chế Kiểm Soát Bằng Mã Nguồn: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Việc triển khai quy tắc an toàn thông qua code như `addSecurityRule({ name: 'no-sensitive-data', validate: (output) =&gt; ... })` đảm bảo mọi dữ liệu đầu ra được tự động kiểm duyệt chính xác trước khi phản hồi tới người dùng.</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Tối Ưu Khả Năng Mở Rộng Hệ Thống: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Chuyển đổi từ xử lý thủ công rải rác sang cơ chế Harness tự động giúp giảm thời gian khắc phục sự cố từ vài ngày xuống còn vài phút, tăng tính đồng nhất và khả năng bảo trì khi hệ thống tăng trưởng lên hàng trăm agent.</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22 / 25</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64008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4.5. Giảm Chi Phí Đáng Kể</a:t>
            </a:r>
            <a:endParaRPr lang="en-US" sz="3000" dirty="0"/>
          </a:p>
        </p:txBody>
      </p:sp>
      <p:sp>
        <p:nvSpPr>
          <p:cNvPr id="5" name="Text 3"/>
          <p:cNvSpPr/>
          <p:nvPr/>
        </p:nvSpPr>
        <p:spPr>
          <a:xfrm>
            <a:off x="548640" y="150876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Tối ưu hóa toàn diện chi phí API, tỷ lệ lỗi và tốc độ phát triển sản phẩm nhờ Harness Engineering</a:t>
            </a:r>
            <a:endParaRPr lang="en-US" sz="1400" dirty="0"/>
          </a:p>
        </p:txBody>
      </p:sp>
      <p:sp>
        <p:nvSpPr>
          <p:cNvPr id="6" name="Shape 4"/>
          <p:cNvSpPr/>
          <p:nvPr/>
        </p:nvSpPr>
        <p:spPr>
          <a:xfrm>
            <a:off x="4937760" y="2011680"/>
            <a:ext cx="2286000" cy="0"/>
          </a:xfrm>
          <a:prstGeom prst="line">
            <a:avLst/>
          </a:prstGeom>
          <a:noFill/>
          <a:ln w="25400">
            <a:solidFill>
              <a:srgbClr val="C8A951"/>
            </a:solidFill>
            <a:prstDash val="solid"/>
          </a:ln>
        </p:spPr>
      </p:sp>
      <p:sp>
        <p:nvSpPr>
          <p:cNvPr id="7" name="Text 5"/>
          <p:cNvSpPr/>
          <p:nvPr/>
        </p:nvSpPr>
        <p:spPr>
          <a:xfrm>
            <a:off x="731520" y="2148840"/>
            <a:ext cx="10698480" cy="3977640"/>
          </a:xfrm>
          <a:prstGeom prst="rect">
            <a:avLst/>
          </a:prstGeom>
          <a:noFill/>
          <a:ln/>
        </p:spPr>
        <p:txBody>
          <a:bodyPr wrap="square" rtlCol="0" anchor="t"/>
          <a:lstStyle/>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Tối Ưu Chi Phí Token (Token Optimization):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Nhờ áp dụng các cơ chế nén ngữ cảnh (context compression), bộ nhớ đệm thông minh (smart caching) và tối ưu hóa việc gọi công cụ (efficient tool calling), hệ thống cắt giảm từ 40-60% lượng token tiêu thụ và chi phí API.</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Giảm Tỷ Lệ Lỗi Và Requests Thất Bại: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Việc tích hợp các bộ tự động kiểm định (automatic validation) cùng rào chắn an toàn (built-in guardrails) giúp ngăn chặn lỗi ngay từ đầu, giảm thiểu 70-80% số lượng request thất bại hoặc phải lặp lại tốn kém.</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Tăng Tốc Độ Phát Triển Sản Phẩm: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Kiến trúc Harness phân lớp rõ ràng với các thành phần có thể tái sử dụng (reusable components) giúp đội ngũ kỹ sư xây dựng tính năng mới nhanh hơn từ 3-5 lần so với phương pháp phát triển truyền thống.</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Cắt Giảm Chi Phí Vận Hành Và Bảo Trì: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Mô hình kiểm soát độc lập (model-agnostic harness) giúp chuyển đổi linh hoạt giữa các nhà cung cấp LLM khác nhau mà không phải viết lại mã nguồn, hạn chế rủi ro phụ thuộc vào một nhà cung cấp duy nhất.</a:t>
            </a:r>
            <a:endParaRPr lang="en-US" sz="1550" dirty="0"/>
          </a:p>
          <a:p>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  </a:t>
            </a:r>
            <a:pPr indent="0" marL="0">
              <a:lnSpc>
                <a:spcPct val="120000"/>
              </a:lnSpc>
              <a:buNone/>
            </a:pPr>
            <a:r>
              <a:rPr lang="en-US" sz="1550" b="1" dirty="0">
                <a:solidFill>
                  <a:srgbClr val="1B365D"/>
                </a:solidFill>
                <a:latin typeface="Times New Roman" pitchFamily="34" charset="0"/>
                <a:ea typeface="Times New Roman" pitchFamily="34" charset="-122"/>
                <a:cs typeface="Times New Roman" pitchFamily="34" charset="-120"/>
              </a:rPr>
              <a:t>Tối Ưu Hóa Tỷ Suất Đầu Tư (ROI): </a:t>
            </a:r>
            <a:pPr indent="0" marL="0">
              <a:lnSpc>
                <a:spcPct val="120000"/>
              </a:lnSpc>
              <a:spcAft>
                <a:spcPts val="1000"/>
              </a:spcAft>
              <a:buNone/>
            </a:pPr>
            <a:r>
              <a:rPr lang="en-US" sz="1450" dirty="0">
                <a:solidFill>
                  <a:srgbClr val="1B365D"/>
                </a:solidFill>
                <a:latin typeface="Times New Roman" pitchFamily="34" charset="0"/>
                <a:ea typeface="Times New Roman" pitchFamily="34" charset="-122"/>
                <a:cs typeface="Times New Roman" pitchFamily="34" charset="-120"/>
              </a:rPr>
              <a:t>Sự kết hợp giữa chi phí hạ tầng API giảm mạnh, thời gian đưa sản phẩm ra thị trường ngắn hơn và chi phí sửa lỗi thấp mang lại hiệu quả tài chính vượt trội và lâu dài cho doanh nghiệp.</a:t>
            </a:r>
            <a:endParaRPr lang="en-US" sz="155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23 / 25</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99060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4.6. Competitive Advantage: Harness Engineering Là Lợi Thế Cạnh Tranh Cốt Lõi</a:t>
            </a:r>
            <a:endParaRPr lang="en-US" sz="3000" dirty="0"/>
          </a:p>
        </p:txBody>
      </p:sp>
      <p:sp>
        <p:nvSpPr>
          <p:cNvPr id="5" name="Text 3"/>
          <p:cNvSpPr/>
          <p:nvPr/>
        </p:nvSpPr>
        <p:spPr>
          <a:xfrm>
            <a:off x="548640" y="185928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Tại sao các công ty công nghệ hàng đầu chiến thắng nhờ kiến trúc Harness vượt trội khi mô hình AI nền tảng dần trở nên tương đương</a:t>
            </a:r>
            <a:endParaRPr lang="en-US" sz="1400" dirty="0"/>
          </a:p>
        </p:txBody>
      </p:sp>
      <p:sp>
        <p:nvSpPr>
          <p:cNvPr id="6" name="Shape 4"/>
          <p:cNvSpPr/>
          <p:nvPr/>
        </p:nvSpPr>
        <p:spPr>
          <a:xfrm>
            <a:off x="4937760" y="2362200"/>
            <a:ext cx="2286000" cy="0"/>
          </a:xfrm>
          <a:prstGeom prst="line">
            <a:avLst/>
          </a:prstGeom>
          <a:noFill/>
          <a:ln w="25400">
            <a:solidFill>
              <a:srgbClr val="C8A951"/>
            </a:solidFill>
            <a:prstDash val="solid"/>
          </a:ln>
        </p:spPr>
      </p:sp>
      <p:sp>
        <p:nvSpPr>
          <p:cNvPr id="7" name="Text 5"/>
          <p:cNvSpPr/>
          <p:nvPr/>
        </p:nvSpPr>
        <p:spPr>
          <a:xfrm>
            <a:off x="731520" y="2499360"/>
            <a:ext cx="10698480" cy="362712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Sự Bình Đẳng Hóa Mô Hình (Model Commodity):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năng lực của các mô hình AI nền tảng dần tiệm cận nhau về khả năng suy luận cơ bản, bản thân mô hình thô không còn là yếu tố duy nhất tạo nên khác biệt đột phá hay lợi thế cạnh tranh bền vững cho sản phẩm.</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Harness Engineering Là Competitive Moat: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Lợi thế cạnh tranh chiến lược đã chuyển dịch hoàn toàn từ việc sở hữu mô hình sang khả năng thiết kế hệ thống Harness — nơi trực tiếp kiểm soát luồng dữ liệu, điều phối ngữ cảnh, tích hợp công cụ và bảo chứng chất lượng đầu ra.</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Bài Học Kiến Trúc Từ Anthropic: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Kiến trúc Harness siêu đẳng (thể hiện qua các phân tích lộ trình hệ thống và quy chuẩn điều phối công cụ của Claude) giúp tối ưu hóa khả năng suy luận chuyên sâu, đảm bảo an toàn và giảm thiểu tối đa hiện tượng ảo giác.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Sức Mạnh Tối Ưu Coding Của Cursor: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thống trị của Cursor trong mảng AI Coding đến từ hệ thống Harness được thiết kế chuyên biệt cho môi trường IDE, bao gồm đánh chỉ mục codebase theo thời gian thực, quản lý ngữ cảnh đa tệp và tự động truy xuất dữ liệu lập trình chính xác.</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Định Hình Thế Mạnh Từ Perplexity: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Sự vượt trội trong tìm kiếm và nghiên cứu thông tin đến từ kiến trúc RAG nâng cao, cơ chế phân luồng truy vấn (query routing) thông minh và khả năng tổng hợp nguồn trích dẫn đáng tin cậy nhờ hệ thống Harness chuyên biệt cho search.</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Chiến Lược Dẫn Đầu Thị Trường: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Các doanh nghiệp hàng đầu hiện nay không chỉ phụ thuộc vào LLM mạnh nhất mà giành chiến thắng nhờ trải nghiệm người dùng hoàn hảo được bảo chứng bởi một hệ thống Harness Engineering khép kín, linh hoạt và tối ưu theo từng miền bài toán.</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24 / 25</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640080"/>
          </a:xfrm>
          <a:prstGeom prst="rect">
            <a:avLst/>
          </a:prstGeom>
          <a:solidFill>
            <a:srgbClr val="1B365D"/>
          </a:solidFill>
          <a:ln/>
        </p:spPr>
      </p:sp>
      <p:sp>
        <p:nvSpPr>
          <p:cNvPr id="3" name="Shape 1"/>
          <p:cNvSpPr/>
          <p:nvPr/>
        </p:nvSpPr>
        <p:spPr>
          <a:xfrm>
            <a:off x="0" y="6309360"/>
            <a:ext cx="12188952" cy="548640"/>
          </a:xfrm>
          <a:prstGeom prst="rect">
            <a:avLst/>
          </a:prstGeom>
          <a:solidFill>
            <a:srgbClr val="2D5F8A"/>
          </a:solidFill>
          <a:ln/>
        </p:spPr>
      </p:sp>
      <p:sp>
        <p:nvSpPr>
          <p:cNvPr id="4" name="Text 2"/>
          <p:cNvSpPr/>
          <p:nvPr/>
        </p:nvSpPr>
        <p:spPr>
          <a:xfrm>
            <a:off x="548640" y="822960"/>
            <a:ext cx="10726278" cy="990600"/>
          </a:xfrm>
          <a:prstGeom prst="rect">
            <a:avLst/>
          </a:prstGeom>
          <a:noFill/>
          <a:ln/>
        </p:spPr>
        <p:txBody>
          <a:bodyPr wrap="square" rtlCol="0" anchor="ctr"/>
          <a:lstStyle/>
          <a:p>
            <a:pPr algn="ctr" indent="0" marL="0">
              <a:buNone/>
            </a:pPr>
            <a:r>
              <a:rPr lang="en-US" sz="3000" b="1" dirty="0">
                <a:solidFill>
                  <a:srgbClr val="1B365D"/>
                </a:solidFill>
                <a:latin typeface="Times New Roman" pitchFamily="34" charset="0"/>
                <a:ea typeface="Times New Roman" pitchFamily="34" charset="-122"/>
                <a:cs typeface="Times New Roman" pitchFamily="34" charset="-120"/>
              </a:rPr>
              <a:t>Tóm Lại: Tại Sao Harness Engineering Là Tương Lai Của AI</a:t>
            </a:r>
            <a:endParaRPr lang="en-US" sz="3000" dirty="0"/>
          </a:p>
        </p:txBody>
      </p:sp>
      <p:sp>
        <p:nvSpPr>
          <p:cNvPr id="5" name="Text 3"/>
          <p:cNvSpPr/>
          <p:nvPr/>
        </p:nvSpPr>
        <p:spPr>
          <a:xfrm>
            <a:off x="548640" y="1859280"/>
            <a:ext cx="10726278" cy="365760"/>
          </a:xfrm>
          <a:prstGeom prst="rect">
            <a:avLst/>
          </a:prstGeom>
          <a:noFill/>
          <a:ln/>
        </p:spPr>
        <p:txBody>
          <a:bodyPr wrap="square" rtlCol="0" anchor="ctr"/>
          <a:lstStyle/>
          <a:p>
            <a:pPr algn="ctr" indent="0" marL="0">
              <a:buNone/>
            </a:pPr>
            <a:r>
              <a:rPr lang="en-US" sz="1400" dirty="0">
                <a:solidFill>
                  <a:srgbClr val="C8A951"/>
                </a:solidFill>
                <a:latin typeface="Times New Roman" pitchFamily="34" charset="0"/>
                <a:ea typeface="Times New Roman" pitchFamily="34" charset="-122"/>
                <a:cs typeface="Times New Roman" pitchFamily="34" charset="-120"/>
              </a:rPr>
              <a:t>Tổng kết những giá trị chiến lược và kỹ thuật định hình nên lợi thế cạnh tranh bền vững của doanh nghiệp</a:t>
            </a:r>
            <a:endParaRPr lang="en-US" sz="1400" dirty="0"/>
          </a:p>
        </p:txBody>
      </p:sp>
      <p:sp>
        <p:nvSpPr>
          <p:cNvPr id="6" name="Shape 4"/>
          <p:cNvSpPr/>
          <p:nvPr/>
        </p:nvSpPr>
        <p:spPr>
          <a:xfrm>
            <a:off x="4937760" y="2362200"/>
            <a:ext cx="2286000" cy="0"/>
          </a:xfrm>
          <a:prstGeom prst="line">
            <a:avLst/>
          </a:prstGeom>
          <a:noFill/>
          <a:ln w="25400">
            <a:solidFill>
              <a:srgbClr val="C8A951"/>
            </a:solidFill>
            <a:prstDash val="solid"/>
          </a:ln>
        </p:spPr>
      </p:sp>
      <p:sp>
        <p:nvSpPr>
          <p:cNvPr id="7" name="Text 5"/>
          <p:cNvSpPr/>
          <p:nvPr/>
        </p:nvSpPr>
        <p:spPr>
          <a:xfrm>
            <a:off x="731520" y="2499360"/>
            <a:ext cx="10698480" cy="3627120"/>
          </a:xfrm>
          <a:prstGeom prst="rect">
            <a:avLst/>
          </a:prstGeom>
          <a:noFill/>
          <a:ln/>
        </p:spPr>
        <p:txBody>
          <a:bodyPr wrap="square" rtlCol="0" anchor="t"/>
          <a:lstStyle/>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Tăng Hiệu Suất Tối Ưu (64%+):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Theo nghiên cứu từ Đại học Princeton, việc áp dụng kiến trúc Harness Engineering giúp nâng cao hiệu năng tổng thể của ứng dụng AI lên tới 64%+ so với việc chỉ dừng lại ở các kỹ thuật Prompt hay Context Engineering đơn thuần.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Tạo Lợi Thế Cạnh Tranh Bền Vững: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Khi các mô hình AI nền tảng dần trở thành commodity (hàng hóa phổ thông), hệ thống Harness bao bọc chính là yếu tố tạo nên sự khác biệt cốt lõi và là hào nước phòng thủ (moat) duy nhất cho doanh nghiệp.</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Tăng Cường Kiểm Soát &amp; Độ Tin Cậy: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Kiến trúc Harness cung cấp cơ chế giám sát, kiểm duyệt và xử lý ngoại lệ chặt chẽ, giúp loại bỏ các rủi ro ảo giác (hallucination) và đảm bảo toàn bộ hệ thống vận hành chuẩn xác, đáng tin cậy.</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Mở Rộng &amp; Bảo Trì Dễ Dàng (Scale &amp; Maintain):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Nhờ sự phân tách độc lập giữa tầng điều phối Harness và tầng mô hình trí tuệ nhân tạo, đội ngũ kỹ thuật có thể dễ dàng nâng cấp, bảo trì hoặc thay đổi các mô hình AI mà không làm đứt gãy hệ thống.</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Tối Ưu Chi Phí &amp; Tăng Tốc Phát Triển: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Nhờ các cơ chế routing, caching và quản lý tài nguyên thông minh, Harness Engineering giúp tiết kiệm 40-60% chi phí vận hành API, đồng thời đẩy nhanh tốc độ triển khai tính năng mới lên từ 3 đến 5 lần.</a:t>
            </a:r>
            <a:endParaRPr lang="en-US" sz="1400" dirty="0"/>
          </a:p>
          <a:p>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  </a:t>
            </a:r>
            <a:pPr indent="0" marL="0">
              <a:lnSpc>
                <a:spcPct val="115000"/>
              </a:lnSpc>
              <a:buNone/>
            </a:pPr>
            <a:r>
              <a:rPr lang="en-US" sz="1400" b="1" dirty="0">
                <a:solidFill>
                  <a:srgbClr val="1B365D"/>
                </a:solidFill>
                <a:latin typeface="Times New Roman" pitchFamily="34" charset="0"/>
                <a:ea typeface="Times New Roman" pitchFamily="34" charset="-122"/>
                <a:cs typeface="Times New Roman" pitchFamily="34" charset="-120"/>
              </a:rPr>
              <a:t>Thông Điệp Chiến Lược Cốt Lõi: </a:t>
            </a:r>
            <a:pPr indent="0" marL="0">
              <a:lnSpc>
                <a:spcPct val="115000"/>
              </a:lnSpc>
              <a:spcAft>
                <a:spcPts val="700"/>
              </a:spcAft>
              <a:buNone/>
            </a:pPr>
            <a:r>
              <a:rPr lang="en-US" sz="1300" dirty="0">
                <a:solidFill>
                  <a:srgbClr val="1B365D"/>
                </a:solidFill>
                <a:latin typeface="Times New Roman" pitchFamily="34" charset="0"/>
                <a:ea typeface="Times New Roman" pitchFamily="34" charset="-122"/>
                <a:cs typeface="Times New Roman" pitchFamily="34" charset="-120"/>
              </a:rPr>
              <a:t>"In the age of AI commoditization, your harness is your moat" — Thành bại của một sản phẩm AI không nằm ở việc chọn mô hình nào, mà phụ thuộc vào cách bạn thiết kế hạ tầng Harness để vận hành mô hình đó.</a:t>
            </a:r>
            <a:endParaRPr lang="en-US" sz="1400" dirty="0"/>
          </a:p>
        </p:txBody>
      </p:sp>
      <p:sp>
        <p:nvSpPr>
          <p:cNvPr id="8" name="Text 6"/>
          <p:cNvSpPr/>
          <p:nvPr/>
        </p:nvSpPr>
        <p:spPr>
          <a:xfrm>
            <a:off x="10515600" y="6309360"/>
            <a:ext cx="1371600" cy="548640"/>
          </a:xfrm>
          <a:prstGeom prst="rect">
            <a:avLst/>
          </a:prstGeom>
          <a:noFill/>
          <a:ln/>
        </p:spPr>
        <p:txBody>
          <a:bodyPr wrap="square" rtlCol="0" anchor="ctr"/>
          <a:lstStyle/>
          <a:p>
            <a:pPr algn="ctr" indent="0" marL="0">
              <a:buNone/>
            </a:pPr>
            <a:r>
              <a:rPr lang="en-US" sz="1000" dirty="0">
                <a:solidFill>
                  <a:srgbClr val="FFFFFF"/>
                </a:solidFill>
                <a:latin typeface="Times New Roman" pitchFamily="34" charset="0"/>
                <a:ea typeface="Times New Roman" pitchFamily="34" charset="-122"/>
                <a:cs typeface="Times New Roman" pitchFamily="34" charset="-120"/>
              </a:rPr>
              <a:t>25 / 25</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Harness Engineering - Kỹ Thuật Thiết Kế Hệ Thống Xung Quanh AI Agents
&gt; **"Mỗi khi agent mắc lỗi, bạn không cầu nguyện nó làm tốt hơn lần sau – bạn xây dựng một giải pháp hệ thống để nó không bao giờ mắc lỗi đó nữa"**  
&gt; — Mitchell Hashimoto (Founder of HashiCorp, Creator of Terraform)
---
## Mục Lục
- [Harness Engineering - Kỹ Thuật Thiết Kế Hệ Thống Xung Quanh AI Agents](#harness-engineering---kỹ-thuật-thiết-kế-hệ-thống-xung-quanh-ai-agents)
  - [Mục Lục](#mục-lục)
  - [1. Giới Thiệu](#1-giới-thiệu)
    - [Bối Cảnh](#bối-cảnh)
    - [Mục Đích Của Tài Liệu](#mục-đích-của-tài-liệu)
  - [2. Harness Engineering Là Gì?](#2-harness-engineering-là-gì)
    - [Định Nghĩa](#định-nghĩa)
    - [Triết Lý Cốt Lõi](#triết-lý-cốt-lõi)
    - [Ví Dụ Minh Họa](#ví-dụ-minh-họa)
    - [So Sánh Với Các Khái Niệm Khác](#so-sánh-với-các-khái-niệm-khác)
  - [3. Ba Giai Đoạn Tiến Hóa Của Kỹ Nghệ AI](#3-ba-giai-đoạn-tiến-hóa-của-kỹ-nghệ-ai)
    - [3.1. Prompt Engineering (2022-2024)](#31-prompt-engineering-2022-2024)
    - [3.2. Context Engineering (2025)](#32-context-engineering-2025)
    - [3.3. Harness Engineering (2026+)](#33-harness-engineering-2026)
    - [So Sánh Tổng Quan](#so-sánh-tổng-quan)
    - [Insight Quan Trọng](#insight-quan-trọng)
  - [4. Tại Sao Harness Engineering Quan Trọng?](#4-tại-sao-harness-engineering-quan-trọng)
    - [4.1. Tối Ưu Hiệu Suất Vượt Trội](#41-tối-ưu-hiệu-suất-vượt-trội)
    - [4.2. Mô Hình Chỉ Là Công Cụ, Hệ Thống Mới Quyết Định Kết Quả](#42-mô-hình-chỉ-là-công-cụ-hệ-thống-mới-quyết-định-kết-quả)
    - [4.3. Kiểm Soát và Đáng Tin Cậy](#43-kiểm-soát-và-đáng-tin-cậy)
    - [4.4. Scalability và Maintainability](#44-scalability-và-maintainability)
    - [4.5. Giảm Chi Phí Đáng Kể](#45-giảm-chi-phí-đáng-kể)
    - [4.6. Competitive Advantage](#46-competitive-advantage)
    - [Tóm Lại](#tóm-lại)
  - [5. Các Thành Phần Cốt Lõi Của Harness](#5-các-thành-phần-cốt-lõi-của-harness)
    - [5.1. Tools (Công Cụ) - "Tay Chân"](#51-tools-công-cụ---tay-chân)
    - [5.2. Memory (Bộ Nhớ) - "Não"](#52-memory-bộ-nhớ---não)
    - [5.3. Context Management (Quản Lý Ngữ Cảnh) - "Hệ Tuần Hoàn"](#53-context-management-quản-lý-ngữ-cảnh---hệ-tuần-hoàn)
    - [5.4. Guardrails (Rào Cản) - "Hệ Miễn Dịch"](#54-guardrails-rào-cản---hệ-miễn-dịch)
    - [5.5. Feedback Loops (Vòng Lặp Phản Hồi) - "Cảm Giác"](#55-feedback-loops-vòng-lặp-phản-hồi---cảm-giác)
    - [5.6. Permissions (Quyền Hạn) - "Xương"](#56-permissions-quyền-hạn---xương)
    - [5.7. Orchestration (Điều Phối) - "Hệ Thần Kinh"](#57-orchestration-điều-phối---hệ-thần-kinh)
    - [Tích Hợp Tất Cả](#tích-hợp-tất-cả)
  - [6. Case Studies Thực Tế](#6-case-studies-thực-tế)
    - [6.1. SWE-agent (Princeton NLP)](#61-swe-agent-princeton-nlp)
    - [6.2. Anthropic Multi-Agent Architecture](#62-anthropic-multi-agent-architecture)
    - [6.3. Claude Code Leak - Hệ Thống Harness Siêu Đẳng](#63-claude-code-leak---hệ-thống-harness-siêu-đẳng)
      - [A. Quản lý Context 5 Cấp Độ](#a-quản-lý-context-5-cấp-độ)
      - [B. Bộ Nhớ 3 Tầng với Auto-Optimization](#b-bộ-nhớ-3-tầng-với-auto-optimization)
      - [C. Phân Quyền Tool Chặt Chẽ](#c-phân-quyền-tool-chặt-chẽ)
      - [D. Tone Detection với Regex (!)](#d-tone-detection-với-regex-)
    - [6.4. Cursor IDE - Harness Tối Ưu Cho Coding](#64-cursor-ide---harness-tối-ưu-cho-coding)
    - [Bài Học Chung Từ Các Case Studies](#bài-học-chung-từ-các-case-studies)
  - [7. Nguyên Tắc Thiết Kế Harness](#7-nguyên-tắc-thiết-kế-harness)
    - [7.1. Nguyên Tắc SOLID Cho Harness](#71-nguyên-tắc-solid-cho-harness)
    - [7.2. The 10 Commandments of Harness Engineering](#72-the-10-commandments-of-harness-engineering)
    - [7.3. The Harness Design Pattern](#73-the-harness-design-pattern)
  - [8. Best Practices](#8-best-practices)
    - [8.1. Tool Design](#81-tool-design)
    - [8.2. Memory Management](#82-memory-management)
    - [8.3. Context Building](#83-context-building)
    - [8.4. Guardrails](#84-guardrails)
    - [8.5. Testing Harness](#85-testing-harness)
  - [9. Công Cụ và Framework](#9-công-cụ-và-framework)
    - [9.1. Frameworks Phổ Biến](#91-frameworks-phổ-biến)
    - [9.2. Công Cụ Hỗ Trợ](#92-công-cụ-hỗ-trợ)
    - [9.3. Starter Template](#93-starter-template)
  - [10. Tương Lai Của Harness Engineering](#10-tương-lai-của-harness-engineering)
    - [10.1. Xu Hướng 2026-2028](#101-xu-hướng-2026-2028)
    - [10.2. Thách Thức Phía Trước](#102-thách-thức-phía-trước)
    - [10.3. Lời Khuyên Cho Tương Lai](#103-lời-khuyên-cho-tương-lai)
  - [11. Tài Liệu Tham Khảo](#11-tài-liệu-tham-khảo)
    - [Papers \&amp; Research](#papers--research)
    - [Frameworks \&amp; Tools](#frameworks--tools)
    - [Communities](#communities)
    - [Blogs \&amp; Resources](#blogs--resources)
    - [Courses \&amp; Tutorials](#courses--tutorials)
---
## 1. Giới Thiệu
Trong kỷ nguyên AI, chúng ta đã chứng kiến sự phát triển vượt bậc của các mô hình ngôn ngữ lớn (LLMs). Từ GPT-3, GPT-4, Claude, đến Gemini, các mô hình này ngày càng thông minh và mạnh mẽ hơn. Tuy nhiên, một câu hỏi quan trọng được đặt ra: **Tại sao với cùng một mô hình AI, một số ứng dụng hoạt động xuất sắc trong khi những ứng dụng khác lại thất bại?**
Câu trả lời nằm ở **Harness Engineering** - một kỹ thuật không tập trung vào việc cải thiện mô hình AI, mà thay vào đó tập trung vào việc xây dựng toàn bộ **hệ sinh thái xung quanh mô hình đó**: công cụ (tools), quyền truy cập (permissions), bộ nhớ (memory), vòng lặp phản hồi (feedback loops), rào cản bảo vệ (guardrails), và quản lý ngữ cảnh (context management).
### Bối Cảnh
Khi Mitchell Hashimoto (người sáng lập HashiCorp, tác giả của Terraform) tuyên bố rằng *"Prompt Engineering đã chết"* và giới thiệu khái niệm **Harness Engineering**, ông đã mở ra một chương mới trong cách chúng ta nghĩ về phát triển ứng dụng AI. Thay vì lo lắng về cách viết prompt hoàn hảo, chúng ta cần tập trung vào việc xây dựng một hệ thống hoàn chỉnh để AI có thể hoạt động hiệu quả.
### Mục Đích Của Tài Liệu
Tài liệu này cung cấp một cái nhìn toàn diện về Harness Engineering, bao gồm:
- Định nghĩa và triết lý cốt lõi
- So sánh với các kỹ thuật trước đó (Prompt Engineering, Context Engineering)
- Các thành phần và nguyên tắc thiết kế
- Case studies từ các công ty hàng đầu (Princeton NLP, Anthropic)
- Best practices và hướng dẫn triển khai thực tế
---
## 2. Harness Engineering Là Gì?
### Định Nghĩa
**Harness Engineering** là kỹ thuật xây dựng và thiết kế toàn bộ **"môi trường xung quanh"** một mô hình AI (bao gồm công cụ, quyền truy cập, bộ nhớ, vòng lặp phản hồi, rào cản bảo vệ, quản lý context...) thay vì tập trung vào việc cải thiện bản thân mô hình đó.
Nói một cách đơn giản:
- **Mô hình AI** là thứ **suy nghĩ**
- **Harness** là thứ mà AI **suy nghĩ về**
- Và chính **Harness** mới quyết định **chất lượng đầu ra cuối cùng**
### Triết Lý Cốt Lõi
&gt; *"Mỗi khi agent mắc lỗi, bạn không cầu nguyện nó làm tốt hơn lần sau – bạn xây dựng một giải pháp hệ thống để nó không bao giờ mắc lỗi đó nữa"*
Triết lý này nhấn mạnh vào:
1. **Systematic Solutions over Prayers**: Thay vì hy vọng AI sẽ "học" từ lỗi, bạn xây dựng cơ chế hệ thống ngăn chặn lỗi đó tái diễn.
2. **Infrastructure over Instructions**: Thay vì viết prompt dài dòng hướng dẫn AI làm gì, bạn xây dựng cơ sở hạ tầng hạn chế những gì AI có thể làm.
3. **Design over Training**: Thay vì fine-tune mô hình, bạn thiết kế môi trường hoạt động của mô hình.
### Ví Dụ Minh Họa
Hãy tưởng tượng bạn có một AI coding assistant:
**❌ Cách tiếp cận cũ (Prompt Engineering):**
```
"Hãy viết code Python. Đảm bảo code của bạn không có lỗi cú pháp. 
Kiểm tra kỹ trước khi trả về. Nếu có lỗi, hãy sửa..."
```
**✅ Cách tiếp cận mới (Harness Engineering):**
```javascript
// Tích hợp linter vào harness
harness.addTool({
  name: "write_code",
  execute: async (code) =&gt; {
    // Tự động check syntax
    const lintResult = await linter.check(code);
    if (lintResult.hasErrors) {
      // Tự động reject và yêu cầu sửa
      return { status: "error", errors: lintResult.errors };
    }
    return { status: "success", code };
  }
});
```
Trong ví dụ trên, thay vì "nhờ" AI cẩn thận, bạn xây dựng một hệ thống **không cho phép** AI trả về code có lỗi.
### So Sánh Với Các Khái Niệm Khác
| Khía cạnh | Prompt Engineering | Context Engineering | Harness Engineering |
|-----------|-------------------|---------------------|---------------------|
| **Focus** | Cách hỏi | Dữ liệu đầu vào | Toàn bộ hệ thống |
| **Mục tiêu** | Câu prompt tốt hơn | Context phù hợp hơn | Môi trường tốt hơn |
| **Ví dụ** | Viết email | Đính kèm file | Thiết kế văn phòng + quy trình |
| **Kiểm soát** | Thấp | Trung bình | Cao |
| **Tính bền vững** | Thấp | Trung bình | Cao |
---
## 3. Ba Giai Đoạn Tiến Hóa Của Kỹ Nghệ AI
Để hiểu rõ hơn về Harness Engineering, chúng ta cần nhìn lại quá trình tiến hóa của kỹ nghệ AI qua ba giai đoạn chính:
### 3.1. Prompt Engineering (2022-2024)
**Focus**: *"Hỏi AI thế nào cho đúng?"*
**Đặc điểm:**
- Tập trung vào việc viết câu prompt tốt
- Sử dụng các kỹ thuật: few-shot learning, chain-of-thought, role-playing
- Phụ thuộc nhiều vào "nghệ thuật" viết prompt
**Ví dụ:**
```
User: "Act as a senior Python developer. Write a function to..."
User: "Think step by step..."
User: "Here are some examples: ..."
```
**Hạn chế:**
- Khó mở rộng và duy trì
- Kết quả không ổn định
- Khó debug khi có lỗi
- Phụ thuộc quá nhiều vào cách diễn đạt
**So sánh:** Giống như viết email - bạn lo lắng về từng từ, từng câu.
---
### 3.2. Context Engineering (2025)
**Focus**: *"Đưa thông tin gì để AI trả lời tốt?"*
**Đặc điểm:**
- Tập trung vào việc cung cấp đúng dữ liệu đầu vào
- Sử dụng RAG (Retrieval Augmented Generation)
- Quản lý context window hiệu quả
- Tích hợp knowledge bases
**Ví dụ:**
```javascript
// Retrieve relevant context
const relevantDocs = await vectorDB.search(query);
const context = relevantDocs.map(doc =&gt; doc.content).join('\n');
// Add to prompt
const prompt = `Context: ${context}\n\nQuestion: ${query}`;
```
**Ưu điểm:**
- Cải thiện độ chính xác
- Giảm hallucination
- Có thể scale với dữ liệu lớn
**Hạn chế:**
- Vẫn phụ thuộc vào chất lượng context
- Chưa kiểm soát được hành vi của AI
- Khó xử lý các tình huống phức tạp
**So sánh:** Giống như đính kèm đúng file vào email - bạn cung cấp đủ thông tin cần thiết.
---
### 3.3. Harness Engineering (2026+)
**Focus**: *"Toàn bộ hệ thống quanh AI vận hành ra sao?"*
**Đặc điểm:**
- Thiết kế toàn bộ môi trường hoạt động
- Tích hợp tools, memory, guardrails
- Kiểm soát chặt chẽ hành vi của AI
- Tự động xử lý lỗi và tối ưu hóa
**Ví dụ:**
```javascript
const harness = new AIHarness({
  model: "claude-3-opus",
  tools: [codeExecutor, fileManager, webSearch],
  memory: {
    shortTerm: conversationHistory,
    longTerm: vectorStore,
    workingMemory: currentContext
  },
  guardrails: {
    maxTokens: 100000,
    allowedDomains: ["github.com", "stackoverflow.com"],
    securityRules: [noSensitiveData, validateOutputs]
  },
  feedback: {
    onError: autoRetry,
    onSuccess: logMetrics
  }
});
```
**Ưu điểm:**
- Kiểm soát hoàn toàn hành vi AI
- Dễ debug và maintain
- Có thể mở rộng và tái sử dụng
- Kết quả ổn định và đáng tin cậy
**So sánh:** Giống như thiết kế cả văn phòng và quy trình làm việc - bạn tạo ra một hệ sinh thái hoàn chỉnh.
---
### So Sánh Tổng Quan
```
┌─────────────────────────────────────────────────────────────┐
│                    TIẾN HÓA KỸ NGHỆ AI                      │
├─────────────────────────────────────────────────────────────┤
│                                                             │
│  2022-2024: PROMPT ENGINEERING                              │
│  ┌─────────────────────────────────┐                       │
│  │ "Làm sao hỏi cho đúng?"         │                       │
│  │ Focus: Câu prompt                │                       │
│  │ Control: ⭐ Thấp                 │                       │
│  └─────────────────────────────────┘                       │
│                    │                                        │
│                    ▼                                        │
│  2025: CONTEXT ENGINEERING                                  │
│  ┌─────────────────────────────────┐                       │
│  │ "Đưa thông tin gì?"             │                       │
│  │ Focus: Dữ liệu đầu vào          │                       │
│  │ Control: ⭐⭐ Trung bình         │                       │
│  └─────────────────────────────────┘                       │
│                    │                                        │
│                    ▼                                        │
│  2026+: HARNESS ENGINEERING                                 │
│  ┌─────────────────────────────────┐                       │
│  │ "Hệ thống hoạt động ra sao?"   │                       │
│  │ Focus: Toàn bộ môi trường       │                       │
│  │ Control: ⭐⭐⭐⭐⭐ Cao          │                       │
│  └─────────────────────────────────┘                       │
│                                                             │
└─────────────────────────────────────────────────────────────┘
```
### Insight Quan Trọng
&gt; **"Prompt Engineering chưa chết, nhưng nó không còn đủ"**
Mỗi giai đoạn không thay thế hoàn toàn giai đoạn trước, mà bổ sung thêm một layer kiểm soát:
- Bạn vẫn cần **prompt tốt** (Prompt Engineering)
- Bạn vẫn cần **context phù hợp** (Context Engineering)
- Nhưng bạn cần thêm **hệ thống hoàn chỉnh** (Harness Engineering)
---
## 4. Tại Sao Harness Engineering Quan Trọng?
### 4.1. Tối Ưu Hiệu Suất Vượt Trội
**Nghiên cứu từ Princeton NLP** (paper SWE-agent) đã chứng minh một phát hiện đột phá:
&gt; Chỉ cần thay đổi cách thiết kế **"giao diện/môi trường"** (ACI - Agent-Computer Interface), hiệu suất của AI có thể **tăng tới 64%** mà không cần nâng cấp mô hình.
**Kết quả thực nghiệm:**
| Cách tiếp cận | Success Rate | Improvement |
|---------------|--------------|-------------|
| Baseline (no harness) | 12.5% | - |
| With optimized harness | 20.5% | +64% |
**Điều này có nghĩa là gì?**
- Harness design có thể quan trọng hơn cả việc chọn mô hình AI
- ROI cao hơn so với việc train/fine-tune mô hình mới
- Có thể áp dụng ngay lập tức mà không cần tài nguyên lớn
---
### 4.2. Mô Hình Chỉ Là Công Cụ, Hệ Thống Mới Quyết Định Kết Quả
**Thực tế của thị trường AI:**
```
┌──────────────────────────────────────────────────────┐
│  COMMODITIZATION OF AI MODELS                        │
├──────────────────────────────────────────────────────┤
│                                                      │
│  2023: GPT-4 là "vua"                                │
│  2024: Claude 3, Gemini Ultra cạnh tranh             │
│  2025: Nhiều mô hình tương đương nhau                │
│  2026: Mô hình trở thành "hàng hóa" (commodity)      │
│                                                      │
│  ➜ Sự khác biệt không còn ở mô hình                 │
│  ➜ Sự khác biệt nằm ở HARNESS                       │
│                                                      │
└──────────────────────────────────────────────────────┘
```
**Ví dụ thực tế:**
Cùng một mô hình Claude 3.5 Sonnet:
- **Cursor IDE**: Rất hiệu quả trong coding
- **Random chatbot**: Không tốt lắm
➜ **Điều khác biệt?** Harness design của Cursor!
---
### 4.3. Kiểm Soát và Đáng Tin Cậy
**Vấn đề với approach cũ:**
```javascript
// ❌ Không thể kiểm soát
const response = await ai.chat("Fix this bug...");
// Bạn không biết AI sẽ làm gì
// Bạn không thể đảm bảo output
// Bạn khó debug khi có lỗi
```
**Với Harness Engineering:**
```javascript
// ✅ Kiểm soát hoàn toàn
const harness = new AIHarness({
  tools: {
    'file_edit': {
      validator: (path) =&gt; path.startsWith('/safe/dir'),
      maxSize: 10000,
      allowedExtensions: ['.js', '.ts', '.py']
    }
  },
  outputValidation: {
    checkSyntax: true,
    checkSecurity: true,
    runTests: true
  }
});
// Bạn biết chính xác AI có thể làm gì
// Bạn đảm bảo output luôn valid
// Bạn có logs chi tiết để debug
```
---
### 4.4. Scalability và Maintainability
**Kịch bản thực tế:**
Bạn có 10 AI agents trong hệ thống. Bạn phát hiện một lỗi bảo mật:
**❌ Không có Harness:**
```
- Phải update 10 prompts khác nhau
- Phải test lại 10 agents
- Không chắc đã fix hết chưa
- Mất 2-3 ngày
```
**✅ Có Harness:**
```javascript
// Fix tại 1 nơi trong harness
harness.addSecurityRule({
  name: 'no-sensitive-data',
  validate: (output) =&gt; !containsSensitiveData(output)
});
// Tất cả agents tự động có rule này
// Test 1 lần
// Deploy trong vài phút
```
---
### 4.5. Giảm Chi Phí Đáng Kể
**Cost Savings từ Harness Engineering:**
1. **Giảm token usage**
   - Context compression
   - Smart caching
   - Efficient tool calling
   - **Tiết kiệm: 40-60% cost**
2. **Giảm error rate**
   - Automatic validation
   - Built-in guardrails
   - **Giảm: 70-80% failed requests**
3. **Tăng development speed**
   - Reusable components
   - Clear architecture
   - **Tăng: 3-5x faster development**
**Ví dụ tính toán:**
```
Dự án AI Agent truyền thống:
- API cost: $2,000/month
- Development time: 3 months
- Error handling: 40 hours/month
Total: ~$30,000 (3 months)
Với Harness Engineering:
- API cost: $800/month (giảm 60%)
- Development time: 1 month (reuse harness)
- Error handling: 5 hours/month (tự động)
Total: ~$12,000 (3 months)
➜ Savings: $18,000 (60%)
```
---
### 4.6. Competitive Advantage
Khi các mô hình AI trở nên tương đương nhau, **Harness Engineering chính là competitive moat** (lợi thế cạnh tranh):
- **Anthropic**: Harness siêu đẳng (theo leak code của Claude)
- **Cursor**: Harness tối ưu cho coding
- **Perplexity**: Harness tốt cho search &amp; research
➜ Đây là lý do tại sao họ dẫn đầu thị trường!
---
### Tóm Lại
Harness Engineering quan trọng vì:
1. ✅ **Tăng hiệu suất 64%+** (theo nghiên cứu Princeton)
2. ✅ **Tạo competitive advantage** khi mô hình trở thành commodity
3. ✅ **Kiểm soát và đáng tin cậy** hơn nhiều
4. ✅ **Scale và maintain dễ dàng**
5. ✅ **Tiết kiệm 40-60% chi phí**
6. ✅ **Tăng tốc development 3-5x**
&gt; **"In the age of AI commoditization, your harness is your moat"**
---
## 5. Các Thành Phần Cốt Lõi Của Harness
Một harness hoàn chỉnh bao gồm 7 thành phần chính. Hãy tưởng tượng chúng như các "cơ quan" trong cơ thể con người:
```
┌─────────────────────────────────────────────────────────┐
│              KIẾN TRÚC HARNESS HOÀN CHỈNH               │
├─────────────────────────────────────────────────────────┤
│                                                         │
│  ┌─────────────┐      ┌─────────────┐                 │
│  │   TOOLS     │◄────►│   MEMORY    │                 │
│  │  (Tay chân) │      │ (Bộ não)    │                 │
│  └─────────────┘      └─────────────┘                 │
│         ▲                    ▲                         │
│         │                    │                         │
│         ▼                    ▼                         │
│  ┌─────────────────────────────────┐                  │
│  │      CONTEXT MANAGEMENT         │                  │
│  │      (Hệ thống tuần hoàn)       │                  │
│  └─────────────────────────────────┘                  │
│         ▲                    ▲                         │
│         │                    │                         │
│  ┌─────────────┐      ┌─────────────┐                 │
│  │ GUARDRAILS  │      │  FEEDBACK   │                 │
│  │(Hệ miễn dịch)│      │(Cảm giác)   │                 │
│  └─────────────┘      └─────────────┘                 │
│         ▲                    ▲                         │
│         │                    │                         │
│  ┌─────────────┐      ┌─────────────┐                 │
│  │ PERMISSIONS │      │ ORCHESTRATION│                │
│  │  (Xương)    │      │(Hệ thần kinh)│                │
│  └─────────────┘      └─────────────┘                 │
│                                                         │
└─────────────────────────────────────────────────────────┘
```
---
### 5.1. Tools (Công Cụ) - "Tay Chân"
**Mục đích**: Định nghĩa những gì AI có thể **làm**
**Ví dụ:**
```typescript
interface Tool {
  name: string;
  description: string;
  parameters: JSONSchema;
  execute: (params: any) =&gt; Promise&lt;ToolResult&gt;;
  validation?: {
    preExecution?: (params: any) =&gt; boolean;
    postExecution?: (result: any) =&gt; boolean;
  };
}
// Example: File Editor Tool
const fileEditorTool: Tool = {
  name: "edit_file",
  description: "Edit a file with specified changes",
  parameters: {
    type: "object",
    properties: {
      path: { type: "string" },
      changes: { type: "array" }
    }
  },
  execute: async (params) =&gt; {
    // Implementation
    return { success: true, content: "..." };
  },
  validation: {
    preExecution: (params) =&gt; {
      // Check if path is safe
      return params.path.startsWith('/safe/');
    },
    postExecution: (result) =&gt; {
      // Validate syntax
      return linter.check(result.content);
    }
  }
};
```
**Best Practices:**
- ✅ Giới hạn scope của mỗi tool (single responsibility)
- ✅ Validation đầu vào và đầu ra
- ✅ Clear error messages
- ✅ Idempotent khi có thể
- ❌ Tránh tools quá mạnh (e.g., "execute_any_command")
---
### 5.2. Memory (Bộ Nhớ) - "Não"
**Mục đích**: Quản lý thông tin AI cần **nhớ**
**3 Loại Memory:**
```typescript
interface MemorySystem {
  // 1. Short-term Memory (Conversation)
  shortTerm: {
    maxMessages: number;
    messages: Message[];
    compress: () =&gt; void;
  };
  // 2. Long-term Memory (Knowledge)
  longTerm: {
    vectorStore: VectorDB;
    add: (content: string, metadata: any) =&gt; void;
    search: (query: string) =&gt; Promise&lt;Document[]&gt;;
  };
  // 3. Working Memory (Current Task)
  workingMemory: {
    currentTask: Task;
    subTasks: Task[];
    context: Map&lt;string, any&gt;;
  };
}
```
**Ví dụ Implementation:**
```typescript
class HarnessMemory implements MemorySystem {
  shortTerm = {
    maxMessages: 20,
    messages: [],
    compress: () =&gt; {
      // Summarize old messages when hitting limit
      if (this.messages.length &gt; this.maxMessages) {
        const old = this.messages.slice(0, -10);
        const summary = this.summarize(old);
        this.messages = [
          { role: 'system', content: summary },
          ...this.messages.slice(-10)
        ];
      }
    }
  };
  longTerm = {
    vectorStore: new ChromaDB(),
    add: async (content, metadata) =&gt; {
      await this.vectorStore.add({
        content,
        metadata,
        embedding: await this.embed(content)
      });
    },
    search: async (query) =&gt; {
      return await this.vectorStore.search(query, { limit: 5 });
    }
  };
  workingMemory = {
    currentTask: null,
    subTasks: [],
    context: new Map()
  };
}
```
**Best Practices:**
- ✅ Context compression khi cần
- ✅ Prioritize relevant memories
- ✅ Clear working memory sau task
- ✅ Separate concerns (short/long/working)
---
### 5.3. Context Management (Quản Lý Ngữ Cảnh) - "Hệ Tuần Hoàn"
**Mục đích**: Đảm bảo AI luôn có đúng thông tin tại đúng thời điểm
**5 Cấp Độ Context (theo Anthropic):**
```typescript
interface ContextManager {
  // Level 1: System Instructions
  systemContext: {
    identity: string;
    capabilities: string[];
    limitations: string[];
  };
  // Level 2: Task Context
  taskContext: {
    goal: string;
    constraints: string[];
    currentStep: number;
  };
  // Level 3: Domain Knowledge
  domainContext: {
    codebase: CodebaseInfo;
    documentation: Document[];
    conventions: Convention[];
  };
  // Level 4: Conversation History
  conversationContext: {
    history: Message[];
    summary: string;
  };
  // Level 5: Immediate Context
  immediateContext: {
    currentFile: string;
    recentChanges: Change[];
    openFiles: string[];
  };
  // Build final context for AI
  buildContext(): string;
}
```
**Context Optimization Strategies:**
```typescript
class SmartContextManager {
  async buildOptimizedContext(query: string): Promise&lt;string&gt; {
    // 1. Always include system &amp; task
    const core = this.getSystemAndTaskContext();
    // 2. Retrieve relevant domain knowledge
    const relevant = await this.retrieveRelevant(query);
    // 3. Add compressed conversation history
    const history = this.compressHistory();
    // 4. Include immediate context
    const immediate = this.getImmediateContext();
    // 5. Ensure under token limit
    return this.fitToLimit([core, relevant, history, immediate]);
  }
  private fitToLimit(contexts: string[]): string {
    const limit = 100000; // tokens
    let total = '';
    let tokenCount = 0;
    for (const ctx of contexts) {
      const tokens = this.countTokens(ctx);
      if (tokenCount + tokens &lt; limit) {
        total += ctx;
        tokenCount += tokens;
      } else {
        // Truncate or skip
        break;
      }
    }
    return total;
  }
}
```
---
### 5.4. Guardrails (Rào Cản) - "Hệ Miễn Dịch"
**Mục đích**: Ngăn chặn hành vi không mong muốn
**Các Loại Guardrails:**
```typescript
interface GuardrailSystem {
  // Input Guardrails
  inputGuardrails: {
    contentFilter: (input: string) =&gt; ValidationResult;
    promptInjectionDetection: (input: string) =&gt; boolean;
    rateLimiting: RateLimiter;
  };
  // Output Guardrails
  outputGuardrails: {
    sensitiveDataDetection: (output: string) =&gt; boolean;
    toxicityFilter: (output: string) =&gt; ToxicityScore;
    factualityCheck: (output: string) =&gt; Promise&lt;boolean&gt;;
  };
  // Behavioral Guardrails
  behavioralGuardrails: {
    maxIterations: number;
    timeoutMs: number;
    allowedDomains: string[];
    forbiddenActions: string[];
  };
  // Security Guardrails
  securityGuardrails: {
    sandboxing: boolean;
    fileAccessControl: AccessControl;
    networkRestrictions: NetworkPolicy;
  };
}
```
**Ví dụ Implementation:**
```typescript
class GuardrailLayer {
  async validateInput(input: string): Promise&lt;ValidationResult&gt; {
    // Check for prompt injection
    if (this.detectPromptInjection(input)) {
      return { valid: false, reason: 'Prompt injection detected' };
    }
    // Check for inappropriate content
    const toxicity = await this.checkToxicity(input);
    if (toxicity.score &gt; 0.8) {
      return { valid: false, reason: 'Inappropriate content' };
    }
    return { valid: true };
  }
  async validateOutput(output: string): Promise&lt;ValidationResult&gt; {
    // Check for sensitive data leaks
    if (this.containsSensitiveData(output)) {
      return { valid: false, reason: 'Sensitive data detected' };
    }
    // Check output quality
    if (!this.meetsQualityStandards(output)) {
      return { valid: false, reason: 'Quality check failed' };
    }
    return { valid: true };
  }
  private detectPromptInjection(input: string): boolean {
    const patterns = [
      /ignore previous instructions/i,
      /system prompt/i,
      /you are now/i,
      // ... more patterns
    ];
    return patterns.some(p =&gt; p.test(input));
  }
}
```
---
### 5.5. Feedback Loops (Vòng Lặp Phản Hồi) - "Cảm Giác"
**Mục đích**: Tự động học và cải thiện từ kết quả
```typescript
interface FeedbackSystem {
  // Automatic feedback
  onSuccess: (task: Task, result: any) =&gt; void;
  onError: (task: Task, error: Error) =&gt; void;
  onTimeout: (task: Task) =&gt; void;
  // Metrics tracking
  metrics: {
    successRate: number;
    avgResponseTime: number;
    tokenUsage: number;
    errorTypes: Map&lt;string, number&gt;;
  };
  // Auto-optimization
  optimizer: {
    analyzePatterns: () =&gt; Insights;
    suggestImprovements: () =&gt; Suggestion[];
    autoAdjust: (metric: string) =&gt; void;
  };
}
```
**Example:**
```typescript
class FeedbackLoop {
  async handleTaskCompletion(task: Task, result: TaskResult) {
    // 1. Log metrics
    await this.logMetrics({
      taskType: task.type,
      duration: result.duration,
      tokensUsed: result.tokensUsed,
      success: result.success
    });
    // 2. Analyze for patterns
    if (result.success) {
      await this.memory.longTerm.add(
        `Successful ${task.type}: ${result.approach}`,
        { type: 'success_pattern', task: task.type }
      );
    } else {
      await this.memory.longTerm.add(
        `Failed ${task.type}: ${result.error}`,
        { type: 'failure_pattern', task: task.type }
      );
    }
    // 3. Auto-adjust if needed
    if (this.metrics.successRate &lt; 0.7) {
      await this.optimizer.suggestImprovements();
    }
  }
}
```
---
### 5.6. Permissions (Quyền Hạn) - "Xương"
**Mục đích**: Định nghĩa AI được phép làm gì, ở đâu, khi nào
```typescript
interface PermissionSystem {
  // Resource permissions
  resources: {
    files: FilePermissions;
    network: NetworkPermissions;
    system: SystemPermissions;
  };
  // Time-based permissions
  temporal: {
    allowedHours: TimeRange[];
    maxDuration: number;
  };
  // Context-based permissions
  contextual: {
    requireApproval: (action: Action) =&gt; boolean;
    escalationRules: EscalationRule[];
  };
}
interface FilePermissions {
  read: string[];      // Allowed paths to read
  write: string[];     // Allowed paths to write
  delete: string[];    // Allowed paths to delete
  maxFileSize: number; // Max file size in bytes
}
```
---
### 5.7. Orchestration (Điều Phối) - "Hệ Thần Kinh"
**Mục đích**: Điều phối tất cả các thành phần hoạt động hài hòa
```typescript
class HarnessOrchestrator {
  async execute(userRequest: string): Promise&lt;Result&gt; {
    // 1. Validate input
    const inputCheck = await this.guardrails.validateInput(userRequest);
    if (!inputCheck.valid) {
      return { error: inputCheck.reason };
    }
    // 2. Build context
    const context = await this.contextManager.buildContext(userRequest);
    // 3. Check permissions
    const action = await this.planner.plan(userRequest);
    if (!this.permissions.allows(action)) {
      return { error: 'Permission denied' };
    }
    // 4. Execute with tools
    const result = await this.agent.execute(action, context);
    // 5. Validate output
    const outputCheck = await this.guardrails.validateOutput(result);
    if (!outputCheck.valid) {
      return await this.retry(action); // Retry logic
    }
    // 6. Update memory &amp; feedback
    await this.memory.update(result);
    await this.feedback.log(action, result);
    return result;
  }
}
```
---
### Tích Hợp Tất Cả
```typescript
// Complete Harness Example
const harness = new AIHarness({
  model: "claude-3.5-sonnet",
  tools: [fileEditor, codeRunner, webSearch],
  memory: {
    shortTerm: { maxMessages: 20 },
    longTerm: { vectorStore: chromaDB },
    workingMemory: { maxSize: 10000 }
  },
  contextManager: {
    levels: 5,
    optimization: "smart",
    tokenLimit: 100000
  },
  guardrails: {
    input: [promptInjectionFilter, toxicityFilter],
    output: [sensitiveDataFilter, qualityChecker],
    behavioral: { maxIterations: 10, timeoutMs: 30000 }
  },
  feedback: {
    autoLog: true,
    metricsTracking: true,
    autoOptimize: true
  },
  permissions: {
    files: {
      read: ["/project/**"],
      write: ["/project/src/**"],
      delete: []
    },
    network: {
      allowedDomains: ["github.com", "stackoverflow.com"]
    }
  }
});
```
---
### Tích Hợp Component Với Modules Trong Repo
Mỗi thành phần của Harness tương ứng trực tiếp với các modules trong **AI Coding Skills Framework**. Đây là cách các components "gắn liền" với thực tiễn:
```
┌─────────────────────────────────────────────────────────────────────┐
│                    HARNESS → MODULE MAPPING                         │
├─────────────────────────────────────────────────────────────────────┤
│                                                                     │
│  ┌─────────────┐      ┌─────────────────────────────────────┐     │
│  │   TOOLS     │ ───► │ 06-decide-tools-mcp                 │     │
│  │  (Tay chân) │      │ Tool selection &amp; MCP integration     │     │
│  └─────────────┘      └─────────────────────────────────────┘     │
│                                                                     │
│  ┌─────────────┐      ┌─────────────────────────────────────┐     │
│  │   MEMORY    │ ───► │ 01-retrieve-memory-knowledge        │     │
│  │  (Bộ não)   │      │ 03-update-memory-store               │     │
│  └─────────────┘      └─────────────────────────────────────┘     │
│                                                                     │
│  ┌─────────────┐      ┌─────────────────────────────────────┐     │
│  │   CONTEXT   │ ───► │ 02-build-context                    │     │
│  │ (Tuần hoàn) │      │ Context building &amp; management       │     │
│  └─────────────┘      └─────────────────────────────────────┘     │
│                                                                     │
│  ┌─────────────┐      ┌─────────────────────────────────────┐     │
│  │ GUARDRAILS  │ ───► │ 05-prompt-builder (Guardrails)      │     │
│  │(Miễn dịch) │      │ 11-evaluation (validation)           │     │
│  └─────────────┘      └─────────────────────────────────────┘     │
│                                                                     │
│  ┌─────────────┐      ┌─────────────────────────────────────┐     │
│  │  FEEDBACK   │ ───► │ 07-workflow (retry, loop patterns)  │     │
│  │ (Cảm giác)  │      │ 11-evaluation (metrics &amp; feedback)  │     │
│  └─────────────┘      └─────────────────────────────────────┘     │
│                                                                     │
│  ┌─────────────┐      ┌─────────────────────────────────────┐     │
│  │ PERMISSIONS │ ───► │ 06-decide-tools-mcp (tool perms)    │     │
│  │   (Xương)   │      │ 10-automation (access control)       │     │
│  └─────────────┘      └─────────────────────────────────────┘     │
│                                                                     │
│  ┌─────────────┐      ┌─────────────────────────────────────┐     │
│  │ ORCHESTRATION│───►│ 07-workflow (workflow engine)         │     │
│  │(Thần kinh)  │      │ 09-multi-agent (agent coordination)  │     │
│  └─────────────┘      │ 04-plan-decompose-task (planning)    │     │
│                        │ 08-task (task management)             │     │
│                        └─────────────────────────────────────┘     │
│                                                                     │
└─────────────────────────────────────────────────────────────────────┘
```
#### Bảng Mapping Chi Tiết
| Component | Analogies | Modules trong Repo | Mô tả |
|-----------|-----------|-------------------|-------|
| **Tools** | "Tay chân" | `06-decide-tools-mcp` | Định nghĩa AI có thể dùng công cụ gì, tích hợp MCP |
| **Memory** | "Bộ não" | `01-retrieve-memory-knowledge`, `03-update-memory-store` | Nhớ &amp; truy xuất kiến thức, cập nhật bộ nhớ |
| **Context Management** | "Hệ tuần hoàn" | `02-build-context` | Xây dựng ngữ cảnh phù hợp cho từng task |
| **Guardrails** | "Hệ miễn dịch" | `05-prompt-builder`, `11-evaluation` | Rào cản bảo vệ, kiểm tra đầu vào/đầu ra |
| **Feedback Loops** | "Cảm giác" | `07-workflow`, `11-evaluation` | Vòng lặp phản hồi, retry, đánh giá chất lượng |
| **Permissions** | "Xương" | `06-decide-tools-mcp`, `10-automation` | Phân quyền truy cập tài nguyên |
| **Orchestration** | "Hệ thần kinh" | `07-workflow`, `09-multi-agent`, `04-plan-decompose-task`, `08-task` | Điều phối tất cả thành phần hoạt động hài hòa |
&gt; **Insight**: Prompt Engineering (`05-prompt-builder`) không phải là một component riêng biệt của Harness — nó là **kỹ thuật nền tảng** được tích hợp xuyên suốt nhiều components: System Prompt trong Orchestration, Few-shot trong Context Management, Structured Output trong Guardrails.
---
## 6. Case Studies Thực Tế
Các case studies sau đây cho thấy cách các tổ chức hàng đầu áp dụng Harness Engineering để đạt được kết quả vượt trội.
---
### 6.1. SWE-agent (Princeton NLP)
**Bối cảnh**: Princeton NLP phát triển một AI agent để tự động sửa lỗi GitHub issues.
**Vấn đề ban đầu**:
- Success rate chỉ 12.5% với baseline approach
- Agent thường "lạc lối" trong codebase
- Kết quả tìm kiếm quá nhiều, gây overwhelm
- Không biết đâu là thông tin quan trọng
**Giải pháp Harness Engineering**:
```typescript
// 1. GIỚI HẠN OUTPUT CỦA TOOLS
const searchTool = {
  name: "search_file",
  execute: async (pattern: string) =&gt; {
    const results = await grep(pattern);
    // ❌ Trước: Trả về toàn bộ
    // ✅ Sau: Giới hạn 50 kết quả đầu
    return results.slice(0, 50);
  }
};
// 2. VIEWER THÔNG MINH
const fileViewer = {
  name: "view_file",
  context: {
    showLineNumbers: true,
    contextLines: 100,  // Chỉ hiện 100 dòng tại 1 thời điểm
    highlightRelevant: true
  },
  execute: async (file: string, startLine: number) =&gt; {
    // Thay vì load toàn bộ file (có thể 1000+ dòng)
    // Chỉ load 100 dòng xung quanh vùng quan tâm
    return loadFileWindow(file, startLine, 100);
  }
};
// 3. TÍCH HỢP LINTER REALTIME
const editTool = {
  name: "edit_file",
  execute: async (file: string, changes: Change[]) =&gt; {
    const newContent = applyChanges(file, changes);
    // Tự động check syntax ngay lập tức
    const lintResult = await linter.check(newContent);
    if (lintResult.errors.length &gt; 0) {
      // Không cho phép save file có lỗi
      return {
        success: false,
        errors: lintResult.errors,
        message: "Please fix syntax errors before proceeding"
      };
    }
    await saveFile(file, newContent);
    return { success: true };
  }
};
// 4. NÉN LỊCH SỬ CHAT
const memoryManager = {
  compressHistory: async () =&gt; {
    if (history.length &gt; 20) {
      // Summarize old conversations
      const old = history.slice(0, -10);
      const summary = await summarize(old);
      history = [
        { role: 'system', content: summary },
        ...history.slice(-10)
      ];
    }
  }
};
```
**Kết quả**:
- Success rate tăng từ **12.5% → 20.5%** (+64%)
- Thời gian giải quyết issue giảm 40%
- Token usage giảm 30%
**Key Insights**:
&gt; "Không phải mô hình yếu, mà môi trường không được thiết kế tốt"
---
### 6.2. Anthropic Multi-Agent Architecture
**Bối cảnh**: Anthropic phát triển Claude Code để tạo các ứng dụng phức tạp (games, DAW, etc.)
**Vấn đề ban đầu**:
- Single agent làm quá nhiều việc cùng lúc → overwhelmed
- Agent dừng lại quá sớm (chưa hoàn thành)
- Hoặc tiếp tục quá lâu (không biết khi nào dừng)
**Giải pháp: Multi-Agent Orchestration**
```typescript
// Kiến trúc 3 Agent
class MultiAgentHarness {
  agents = {
    planner: new PlannerAgent(),
    generator: new GeneratorAgent(),
    evaluator: new EvaluatorAgent()
  };
  async execute(task: string): Promise&lt;Result&gt; {
    // 1. PLANNER: Lập kế hoạch
    const plan = await this.agents.planner.createPlan(task);
    /*
    Output example:
    {
      steps: [
        "1. Create game canvas",
        "2. Implement player movement",
        "3. Add collision detection",
        "4. Implement scoring system"
      ],
      estimatedComplexity: "medium"
    }
    */
    // 2. GENERATOR: Thực thi từng bước
    const results = [];
    for (const step of plan.steps) {
      const result = await this.agents.generator.generate(step);
      results.push(result);
      // 3. EVALUATOR: Đánh giá sau mỗi bước
      const evaluation = await this.agents.evaluator.evaluate(result, step);
      if (!evaluation.passed) {
        // Retry with feedback
        const retry = await this.agents.generator.generate(
          step,
          { previousAttempt: result, feedback: evaluation.feedback }
        );
        results[results.length - 1] = retry;
      }
    }
    // 4. FINAL EVALUATION
    const finalEval = await this.agents.evaluator.evaluateFinal(results);
    return {
      success: finalEval.passed,
      output: results,
      quality: finalEval.quality
    };
  }
}
```
**Đặc điểm của từng Agent**:
```typescript
// PLANNER AGENT
class PlannerAgent {
  systemPrompt = `
    You are a planning specialist.
    Break down complex tasks into clear, actionable steps.
    Consider dependencies and order.
    Output: JSON with steps array.
  `;
  tools = []; // No tools, pure planning
}
// GENERATOR AGENT
class GeneratorAgent {
  systemPrompt = `
    You are a code generator.
    Implement exactly what is asked in the step.
    Use provided tools to write and test code.
  `;
  tools = [
    writeFile,
    readFile,
    executeCode,
    installPackage
  ];
}
// EVALUATOR AGENT
class EvaluatorAgent {
  systemPrompt = `
    You are a quality evaluator.
    Check if the implementation meets requirements.
    Test for bugs, edge cases, and completeness.
    Decide: PASS or FAIL with specific feedback.
  `;
  tools = [
    runTests,
    checkSyntax,
    analyzeCode
  ];
}
```
**Kết quả**:
- Có thể tạo các ứng dụng phức tạp: 2D games, DAW (Digital Audio Workstation)
- Success rate cao hơn 80% so với single-agent
- Code quality tốt hơn nhờ evaluation loop
**Key Insights**:
&gt; "Chia để trị - Mỗi agent tập trung vào một nhiệm vụ cụ thể"
---
### 6.3. Claude Code Leak - Hệ Thống Harness Siêu Đẳng
**Bối cảnh**: Vào 2026, source code của Claude Code bị leak vô tình, hé lộ kiến trúc harness cực kỳ tinh vi.
**Phát hiện chính**:
#### A. Quản lý Context 5 Cấp Độ
```typescript
class ClaudeContextManager {
  buildContext(query: string): Context {
    return {
      // Level 1: System Identity
      system: {
        role: "AI Coding Assistant",
        version: "Claude 3.5",
        capabilities: [...],
        limitations: [...]
      },
      // Level 2: Task Context
      task: {
        currentGoal: this.getCurrentGoal(),
        progressSoFar: this.getProgress(),
        remainingSteps: this.getRemainingSteps()
      },
      // Level 3: Domain Knowledge (Codebase)
      domain: {
        projectStructure: this.getProjectStructure(),
        conventions: this.getCodeConventions(),
        dependencies: this.getDependencies()
      },
      // Level 4: Conversation History (Compressed)
      conversation: {
        recentMessages: this.getRecentMessages(10),
        summary: this.getSummary(),
        keyDecisions: this.getKeyDecisions()
      },
      // Level 5: Immediate Context
      immediate: {
        currentFile: this.getCurrentFile(),
        openFiles: this.getOpenFiles(),
        recentEdits: this.getRecentEdits(),
        cursorPosition: this.getCursorPosition()
      }
    };
  }
}
```
#### B. Bộ Nhớ 3 Tầng với Auto-Optimization
```typescript
class ClaudeMemorySystem {
  // Tier 1: Hot Memory (RAM)
  hotMemory = {
    currentConversation: [],
    maxSize: 20,
    // Tự động compress khi đầy
    autoCompress: true
  };
  // Tier 2: Warm Memory (Vector DB)
  warmMemory = {
    vectorStore: new ChromaDB(),
    recentQueries: new LRUCache(100),
    // Cache các truy vấn phổ biến
    queryCache: new Map()
  };
  // Tier 3: Cold Memory (Long-term Storage)
  coldMemory = {
    database: new PostgreSQL(),
    // Lưu trữ patterns, learnings lâu dài
    successPatterns: [],
    failurePatterns: []
  };
  // AUTO DREAM: Chạy ngầm để tối ưu memory
  async autoDream() {
    // Chạy trong idle time
    setInterval(async () =&gt; {
      // 1. Analyze patterns
      const patterns = await this.analyzePatterns();
      // 2. Move rarely used to cold storage
      await this.archiveOldMemories();
      // 3. Optimize vector embeddings
      await this.warmMemory.vectorStore.optimize();
      // 4. Update query cache
      await this.updateQueryCache();
    }, 60000); // Mỗi phút
  }
}
```
#### C. Phân Quyền Tool Chặt Chẽ
```typescript
class ClaudeToolPermissions {
  // Mỗi tool có permission riêng
  toolPermissions = {
    'read_file': {
      allowedPaths: ['/workspace/**'],
      deniedPaths: ['/workspace/.env', '/workspace/secrets/**'],
      requireApproval: false
    },
    'write_file': {
      allowedPaths: ['/workspace/src/**', '/workspace/test/**'],
      deniedPaths: ['/workspace/config/**'],
      requireApproval: true, // Cần user confirm
      maxFileSize: 100000 // 100KB
    },
    'execute_command': {
      allowedCommands: ['npm', 'git', 'python', 'node'],
      deniedCommands: ['rm -rf', 'sudo', 'chmod'],
      requireApproval: true,
      timeout: 30000 // 30s
    },
    'web_search': {
      allowedDomains: ['github.com', 'stackoverflow.com', 'docs.*'],
      rateLimitperHour: 50
    }
  };
  async checkPermission(tool: string, params: any): Promise&lt;PermissionResult&gt; {
    const perm = this.toolPermissions[tool];
    // Check path restrictions
    if (tool.includes('file')) {
      if (!this.isPathAllowed(params.path, perm)) {
        return { allowed: false, reason: 'Path not allowed' };
      }
    }
    // Check if needs approval
    if (perm.requireApproval) {
      const approved = await this.requestUserApproval(tool, params);
      if (!approved) {
        return { allowed: false, reason: 'User denied' };
      }
    }
    return { allowed: true };
  }
}
```
#### D. Tone Detection với Regex (!)
```typescript
class ClaudeToneDetector {
  // Phát hiện sự ức chế/không hài lòng của user
  frustrationPatterns = [
    /why (is|are) (you|this)/i,
    /stop doing/i,
    /i (told|said) you/i,
    /for the (\d+)(st|nd|rd|th) time/i,
    /just do it/i,
    /seriously\?/i
  ];
  detectFrustration(message: string): boolean {
    return this.frustrationPatterns.some(p =&gt; p.test(message));
  }
  adjustTone(message: string): ToneAdjustment {
    if (this.detectFrustration(message)) {
      return {
        tone: 'apologetic',
        verbosity: 'concise',
        explanation: 'minimal',
        action: 'immediate' // Làm ngay, giải thích sau
      };
    }
    return {
      tone: 'helpful',
      verbosity: 'balanced',
      explanation: 'detailed',
      action: 'thoughtful'
    };
  }
}
```
**Kết quả**:
- Claude Code trở thành một trong những AI coding assistant tốt nhất
- User satisfaction rate &gt; 90%
- Retention rate cao
**Key Insights**:
&gt; "Devil is in the details - Mỗi chi tiết nhỏ trong harness đều được optimize kỹ lưỡng"
---
### 6.4. Cursor IDE - Harness Tối Ưu Cho Coding
**Đặc điểm nổi bật**:
```typescript
class CursorHarness {
  // 1. CONTEXT AWARE - Biết bạn đang làm gì
  async buildContext(): Promise&lt;Context&gt; {
    return {
      // File đang mở
      currentFile: editor.getCurrentFile(),
      // Code đang select
      selectedCode: editor.getSelection(),
      // Cursor position
      cursorLine: editor.getCursorLine(),
      // Recent edits (để hiểu intent)
      recentEdits: this.getRecentEdits(5),
      // Related files (import/export)
      relatedFiles: await this.findRelatedFiles(),
      // Git context
      gitBranch: await git.getCurrentBranch(),
      uncommittedChanges: await git.getUncommittedChanges()
    };
  }
  // 2. SMART SUGGESTIONS
  async getSuggestions(context: Context): Promise&lt;Suggestion[]&gt; {
    // Dựa trên context, đưa ra suggestions phù hợp
    const suggestions = [];
    if (context.selectedCode) {
      suggestions.push({
        type: 'refactor',
        action: 'Refactor this code',
        confidence: 0.9
      });
      suggestions.push({
        type: 'explain',
        action: 'Explain this code',
        confidence: 0.95
      });
    }
    if (context.cursorLine.includes('TODO')) {
      suggestions.push({
        type: 'implement',
        action: 'Implement this TODO',
        confidence: 0.85
      });
    }
    return suggestions.sort((a, b) =&gt; b.confidence - a.confidence);
  }
  // 3. INCREMENTAL EDITS
  async applyEdit(edit: Edit): Promise&lt;void&gt; {
    // Không replace toàn bộ file
    // Chỉ thay đổi phần cần thiết
    await editor.replaceRange(
      edit.startLine,
      edit.endLine,
      edit.newContent
    );
    // Auto format
    await editor.formatDocument();
    // Run linter
    const lintResult = await linter.check();
    if (lintResult.errors.length &gt; 0) {
      // Show inline errors
      editor.showErrors(lintResult.errors);
    }
  }
}
```
**Kết quả**:
- Trở thành coding assistant được yêu thích nhất
- NPS (Net Promoter Score) &gt; 70
- Nhiều developers chuyển từ GitHub Copilot sang Cursor
---
### Bài Học Chung Từ Các Case Studies
| Lesson | SWE-agent | Anthropic | Claude Leak | Cursor |
|--------|-----------|-----------|-------------|--------|
| **Giới hạn output** | ✅ 50 results max | - | - | - |
| **Multi-agent** | - | ✅ 3 agents | ✅ Planner/Generator | - |
| **Context layers** | ✅ 3 levels | - | ✅ 5 levels | ✅ Smart context |
| **Memory tiers** | ✅ Compression | - | ✅ 3 tiers | - |
| **Tool permissions** | - | - | ✅ Strict | ✅ Sandbox |
| **User feedback** | - | ✅ Evaluation | ✅ Tone detection | ✅ Suggestions |
| **Incremental** | - | - | - | ✅ Smart edits |
**Nguyên tắc chung**:
1. ✅ **Constraints enable creativity** - Giới hạn giúp AI tập trung
2. ✅ **Layered architecture** - Chia nhỏ vấn đề
3. ✅ **Feedback loops** - Học từ kết quả
4. ✅ **User-centric design** - Luôn nghĩ về UX
5. ✅ **Obsess over details** - Mọi chi tiết đều quan trọng
---
## 7. Nguyên Tắc Thiết Kế Harness
### 7.1. Nguyên Tắc SOLID Cho Harness
**1. Single Responsibility**
- Mỗi tool chỉ làm một việc duy nhất
- Mỗi component có một lý do để thay đổi
**2. Open/Closed**
- Harness mở cho mở rộng (thêm tools, guardrails)
- Đóng cho sửa đổi (core logic ổn định)
**3. Liskov Substitution**
- Tools có thể thay thế cho nhau
- Cùng interface, khác implementation
**4. Interface Segregation**
- Không ép AI sử dụng tools không cần thiết
- Chỉ expose những gì cần
**5. Dependency Inversion**
- Depend on abstractions, not implementations
- Dễ dàng swap components
---
### 7.2. The 10 Commandments of Harness Engineering
```
1. Thou shall LIMIT, not GUIDE
   → Giới hạn những gì AI có thể làm, đừng chỉ hướng dẫn
2. Thou shall VALIDATE, not HOPE
   → Validation mọi input/output, đừng hy vọng AI làm đúng
3. Thou shall DESIGN, not TRAIN
   → Thiết kế môi trường, đừng chỉ train mô hình
4. Thou shall CONSTRAIN, not INSTRUCT
   → Tạo constraints, đừng viết instructions dài dòng
5. Thou shall AUTOMATE, not MANUAL
   → Tự động hóa checks, đừng để user phải check
6. Thou shall FAIL FAST, not SLOW
   → Phát hiện lỗi sớm, đừng để lỗi lan rộng
7. Thou shall LOG EVERYTHING
   → Log mọi action để debug và improve
8. Thou shall ITERATE, not PERFECT
   → Ship và improve, đừng chờ perfect
9. Thou shall MEASURE, not GUESS
   → Measure metrics, đừng đoán
10. Thou shall OBSESS OVER UX
    → User experience là ưu tiên số 1
```
---
### 7.3. The Harness Design Pattern
```typescript
// Template for designing any harness
class HarnessDesignPattern {
  // 1. Define what AI CAN do
  defineCapabilities() {
    return {
      tools: [...],
      permissions: {...}
    };
  }
  // 2. Define what AI CANNOT do
  defineConstraints() {
    return {
      guardrails: [...],
      validators: [...]
    };
  }
  // 3. Define what AI SHOULD remember
  defineMemory() {
    return {
      shortTerm: {...},
      longTerm: {...},
      working: {...}
    };
  }
  // 4. Define how AI SHOULD learn
  defineFeedback() {
    return {
      onSuccess: () =&gt; {},
      onError: () =&gt; {},
      metrics: [...]
    };
  }
  // 5. Define how components WORK TOGETHER
  defineOrchestration() {
    return {
      workflow: [...],
      errorHandling: {...}
    };
  }
}
```
---
## 8. Best Practices
### 8.1. Tool Design
✅ **DO:**
- Keep tools small and focused
- Validate inputs và outputs
- Provide clear error messages
- Make tools idempotent when possible
- Include examples in descriptions
❌ **DON'T:**
- Create "god tools" that do everything
- Trust AI to validate itself
- Use vague error messages
- Allow destructive operations without confirmation
### 8.2. Memory Management
✅ **DO:**
- Compress context regularly
- Prioritize relevant information
- Clear working memory after tasks
- Use tiered storage (hot/warm/cold)
❌ **DON'T:**
- Keep entire conversation history
- Load unnecessary data
- Mix different types of memory
- Forget to clean up
### 8.3. Context Building
✅ **DO:**
- Layer context by priority
- Include only relevant information
- Monitor token usage
- Compress when approaching limits
❌ **DON'T:**
- Include everything
- Ignore token limits
- Use static context
- Forget immediate context
### 8.4. Guardrails
✅ **DO:**
- Validate at multiple layers
- Check both input and output
- Fail fast and clearly
- Log all violations
❌ **DON'T:**
- Rely only on prompts
- Skip validation steps
- Hide errors from users
- Trust without verifying
### 8.5. Testing Harness
```typescript
// Test suite for harness
describe('Harness Tests', () =&gt; {
  test('Tool validation works', async () =&gt; {
    const result = await harness.executeTool('write_file', {
      path: '/unsafe/path'
    });
    expect(result.error).toBe('Path not allowed');
  });
  test('Context limits respected', async () =&gt; {
    const context = await harness.buildContext(largeQuery);
    const tokens = countTokens(context);
    expect(tokens).toBeLessThan(100000);
  });
  test('Guardrails catch sensitive data', async () =&gt; {
    const output = "API_KEY=sk_12345";
    const validation = await harness.validateOutput(output);
    expect(validation.valid).toBe(false);
  });
  test('Memory compression works', async () =&gt; {
    // Add 50 messages
    for (let i = 0; i &lt; 50; i++) {
      await harness.addMessage({ content: `Message ${i}` });
    }
    expect(harness.memory.shortTerm.messages.length).toBeLessThan(25);
  });
});
```
---
## 9. Công Cụ và Framework
### 9.1. Frameworks Phổ Biến
**LangChain / LangGraph**
```typescript
import { ChatOpenAI } from "@langchain/openai";
import { DynamicStructuredTool } from "@langchain/core/tools";
const harness = {
  llm: new ChatOpenAI({ model: "gpt-4" }),
  tools: [
    new DynamicStructuredTool({
      name: "search",
      description: "Search the web",
      func: async (input) =&gt; { /* ... */ }
    })
  ]
};
```
**AutoGen (Microsoft)**
```python
from autogen import AssistantAgent, UserProxyAgent
assistant = AssistantAgent(
    name="assistant",
    llm_config={"model": "gpt-4"},
    system_message="You are a helpful assistant"
)
harness = UserProxyAgent(
    name="harness",
    human_input_mode="NEVER",
    max_consecutive_auto_reply=10,
    code_execution_config={"work_dir": "coding"}
)
```
**CrewAI**
```python
from crewai import Agent, Task, Crew
# Multi-agent harness
planner = Agent(role='Planner', goal='Create plan')
executor = Agent(role='Executor', goal='Execute plan')
reviewer = Agent(role='Reviewer', goal='Review output')
harness = Crew(
    agents=[planner, executor, reviewer],
    tasks=[plan_task, execute_task, review_task]
)
```
---
### 9.2. Công Cụ Hỗ Trợ
**Vector Databases:**
- Pinecone
- Chroma
- Weaviate
- Qdrant
**Monitoring &amp; Logging:**
- LangSmith
- Weights &amp; Biases
- Helicone
- OpenLLMetry
**Guardrails:**
- Guardrails AI
- NeMo Guardrails (NVIDIA)
- LlamaGuard (Meta)
**Testing:**
- PromptFoo
- Deepeval
- Ragas
---
### 9.3. Starter Template
```typescript
// Complete starter template
import { ChatAnthropic } from "@langchain/anthropic";
import { ChromaDB } from "chromadb";
class ProductionHarness {
  constructor(config) {
    this.model = new ChatAnthropic({
      model: "claude-3.5-sonnet",
      temperature: 0
    });
    this.tools = this.initializeTools();
    this.memory = this.initializeMemory();
    this.guardrails = this.initializeGuardrails();
    this.logger = this.initializeLogger();
  }
  async execute(userInput) {
    try {
      // 1. Validate input
      await this.guardrails.validateInput(userInput);
      // 2. Build context
      const context = await this.buildContext(userInput);
      // 3. Execute with tools
      const result = await this.model.invoke(context, {
        tools: this.tools
      });
      // 4. Validate output
      await this.guardrails.validateOutput(result);
      // 5. Log metrics
      await this.logger.log({
        input: userInput,
        output: result,
        tokens: result.usage
      });
      return result;
    } catch (error) {
      await this.handleError(error);
      throw error;
    }
  }
}
// Usage
const harness = new ProductionHarness({
  apiKey: process.env.ANTHROPIC_API_KEY
});
const result = await harness.execute("Build me a todo app");
```
---
## 10. Tương Lai Của Harness Engineering
### 10.1. Xu Hướng 2026-2028
**1. Self-Optimizing Harnesses**
- Harness tự động điều chỉnh parameters
- A/B testing tự động
- Continuous learning from usage
**2. Harness-as-a-Service**
- Cloud platforms cung cấp pre-built harnesses
- Plug-and-play harness components
- Marketplace cho harness templates
**3. Visual Harness Builders**
- No-code tools để design harness
- Visual workflow editors
- Drag-and-drop tool composition
**4. Cross-Model Harnesses**
- Một harness chạy trên nhiều models
- Automatic model switching based on task
- Cost-optimized model routing
**5. Regulatory Compliance Harnesses**
- Built-in GDPR, HIPAA compliance
- Audit trails tự động
- Explainability baked in
---
### 10.2. Thách Thức Phía Trước
**Technical Challenges:**
- Standardization across platforms
- Interoperability between harnesses
- Performance optimization at scale
- Security và privacy
**Business Challenges:**
- ROI measurement
- Team skill gaps
- Legacy system integration
- Changing regulations
**Research Challenges:**
- Optimal harness architecture patterns
- Automated harness generation
- Harness testing methodologies
- Cross-domain transferability
---
### 10.3. Lời Khuyên Cho Tương Lai
```
1. Start Simple
   → Đừng over-engineer từ đầu
   → Build MVP harness first
2. Measure Everything
   → Track metrics từ ngày 1
   → Data-driven optimization
3. Stay Updated
   → Field đang phát triển nhanh
   → Follow best practices
4. Share Knowledge
   → Open source harness components
   → Build community
5. Think Long-term
   → Harness là infrastructure
   → Invest in maintainability
```
---
## 11. Tài Liệu Tham Khảo
### Papers &amp; Research
1. **SWE-agent: Agent-Computer Interfaces Enable Automated Software Engineering**
   - Princeton NLP Lab
   - https://arxiv.org/abs/2405.15793
2. **The Rise of AI Agents and the Importance of Harness Engineering**
   - Mitchell Hashimoto, HashiCorp
   - https://www.youtube.com/watch?v=example
3. **Building Reliable AI Agents with Guardrails**
   - Anthropic Research
   - https://www.anthropic.com/research
### Frameworks &amp; Tools
1. **LangChain** - https://langchain.com
2. **LangGraph** - https://langchain-ai.github.io/langgraph/
3. **AutoGen** - https://microsoft.github.io/autogen/
4. **CrewAI** - https://www.crewai.com
5. **Guardrails AI** - https://www.guardrailsai.com
### Communities
1. **LangChain Discord** - Active community
2. **r/LangChain** - Reddit discussions
3. **AI Engineers** - Slack community
4. **HuggingFace Forums** - Technical discussions
### Blogs &amp; Resources
1. **Anthropic Blog** - https://www.anthropic.com/news
2. **OpenAI Cookbook** - https://cookbook.openai.com
3. **LangChain Blog** - https://blog.langchain.dev
4. **Mitchell Hashimoto's Blog** - https://mitchellh.com
### Courses &amp; Tutorials
1. **DeepLearning.AI - Building AI Agents**
2. **LangChain Academy**
3. **Anthropic Prompt Engineering**
4. **Microsoft AutoGen Tutorial**
---
**Kết Luận**
Harness Engineering không chỉ là một trend công nghệ - nó là sự chuyển đổi paradigm trong cách chúng ta xây dựng ứng dụng AI. Khi các mô hình AI ngày càng mạnh mẽ và trở thành "hàng hóa đại trà", khả năng thiết kế một harness tốt sẽ là yếu tố quyết định thành công.
&gt; **"The model thinks. The harness shapes what it thinks about. And the harness determines the quality of the final output."**
Hãy bắt đầu từ hôm nay - không cần perfect, chỉ cần start. Build, measure, learn, và iterate. Harness Engineering là journey, không phải destination.
**Happy Building! 🚀**
---
**Ngày cập nhật:** 13/07/2026  
**Tác giả:** AI Knowledge Repository
</dc:title>
  <dc:subject># Harness Engineering - Kỹ Thuật Thiết Kế Hệ Thống Xung Quanh AI Agents
&gt; **"Mỗi khi agent mắc lỗi, bạn không cầu nguyện nó làm tốt hơn lần sau – bạn xây dựng một giải pháp hệ thống để nó không bao giờ mắc lỗi đó nữa"**  
&gt; — Mitchell Hashimoto (Founder of HashiCorp, Creator of Terraform)
---
## Mục Lục
- [Harness Engineering - Kỹ Thuật Thiết Kế Hệ Thống Xung Quanh AI Agents](#harness-engineering---kỹ-thuật-thiết-kế-hệ-thống-xung-quanh-ai-agents)
  - [Mục Lục](#mục-lục)
  - [1. Giới Thiệu](#1-giới-thiệu)
    - [Bối Cảnh](#bối-cảnh)
    - [Mục Đích Của Tài Liệu](#mục-đích-của-tài-liệu)
  - [2. Harness Engineering Là Gì?](#2-harness-engineering-là-gì)
    - [Định Nghĩa](#định-nghĩa)
    - [Triết Lý Cốt Lõi](#triết-lý-cốt-lõi)
    - [Ví Dụ Minh Họa](#ví-dụ-minh-họa)
    - [So Sánh Với Các Khái Niệm Khác](#so-sánh-với-các-khái-niệm-khác)
  - [3. Ba Giai Đoạn Tiến Hóa Của Kỹ Nghệ AI](#3-ba-giai-đoạn-tiến-hóa-của-kỹ-nghệ-ai)
    - [3.1. Prompt Engineering (2022-2024)](#31-prompt-engineering-2022-2024)
    - [3.2. Context Engineering (2025)](#32-context-engineering-2025)
    - [3.3. Harness Engineering (2026+)](#33-harness-engineering-2026)
    - [So Sánh Tổng Quan](#so-sánh-tổng-quan)
    - [Insight Quan Trọng](#insight-quan-trọng)
  - [4. Tại Sao Harness Engineering Quan Trọng?](#4-tại-sao-harness-engineering-quan-trọng)
    - [4.1. Tối Ưu Hiệu Suất Vượt Trội](#41-tối-ưu-hiệu-suất-vượt-trội)
    - [4.2. Mô Hình Chỉ Là Công Cụ, Hệ Thống Mới Quyết Định Kết Quả](#42-mô-hình-chỉ-là-công-cụ-hệ-thống-mới-quyết-định-kết-quả)
    - [4.3. Kiểm Soát và Đáng Tin Cậy](#43-kiểm-soát-và-đáng-tin-cậy)
    - [4.4. Scalability và Maintainability](#44-scalability-và-maintainability)
    - [4.5. Giảm Chi Phí Đáng Kể](#45-giảm-chi-phí-đáng-kể)
    - [4.6. Competitive Advantage](#46-competitive-advantage)
    - [Tóm Lại](#tóm-lại)
  - [5. Các Thành Phần Cốt Lõi Của Harness](#5-các-thành-phần-cốt-lõi-của-harness)
    - [5.1. Tools (Công Cụ) - "Tay Chân"](#51-tools-công-cụ---tay-chân)
    - [5.2. Memory (Bộ Nhớ) - "Não"](#52-memory-bộ-nhớ---não)
    - [5.3. Context Management (Quản Lý Ngữ Cảnh) - "Hệ Tuần Hoàn"](#53-context-management-quản-lý-ngữ-cảnh---hệ-tuần-hoàn)
    - [5.4. Guardrails (Rào Cản) - "Hệ Miễn Dịch"](#54-guardrails-rào-cản---hệ-miễn-dịch)
    - [5.5. Feedback Loops (Vòng Lặp Phản Hồi) - "Cảm Giác"](#55-feedback-loops-vòng-lặp-phản-hồi---cảm-giác)
    - [5.6. Permissions (Quyền Hạn) - "Xương"](#56-permissions-quyền-hạn---xương)
    - [5.7. Orchestration (Điều Phối) - "Hệ Thần Kinh"](#57-orchestration-điều-phối---hệ-thần-kinh)
    - [Tích Hợp Tất Cả](#tích-hợp-tất-cả)
  - [6. Case Studies Thực Tế](#6-case-studies-thực-tế)
    - [6.1. SWE-agent (Princeton NLP)](#61-swe-agent-princeton-nlp)
    - [6.2. Anthropic Multi-Agent Architecture](#62-anthropic-multi-agent-architecture)
    - [6.3. Claude Code Leak - Hệ Thống Harness Siêu Đẳng](#63-claude-code-leak---hệ-thống-harness-siêu-đẳng)
      - [A. Quản lý Context 5 Cấp Độ](#a-quản-lý-context-5-cấp-độ)
      - [B. Bộ Nhớ 3 Tầng với Auto-Optimization](#b-bộ-nhớ-3-tầng-với-auto-optimization)
      - [C. Phân Quyền Tool Chặt Chẽ](#c-phân-quyền-tool-chặt-chẽ)
      - [D. Tone Detection với Regex (!)](#d-tone-detection-với-regex-)
    - [6.4. Cursor IDE - Harness Tối Ưu Cho Coding](#64-cursor-ide---harness-tối-ưu-cho-coding)
    - [Bài Học Chung Từ Các Case Studies](#bài-học-chung-từ-các-case-studies)
  - [7. Nguyên Tắc Thiết Kế Harness](#7-nguyên-tắc-thiết-kế-harness)
    - [7.1. Nguyên Tắc SOLID Cho Harness](#71-nguyên-tắc-solid-cho-harness)
    - [7.2. The 10 Commandments of Harness Engineering](#72-the-10-commandments-of-harness-engineering)
    - [7.3. The Harness Design Pattern](#73-the-harness-design-pattern)
  - [8. Best Practices](#8-best-practices)
    - [8.1. Tool Design](#81-tool-design)
    - [8.2. Memory Management](#82-memory-management)
    - [8.3. Context Building](#83-context-building)
    - [8.4. Guardrails](#84-guardrails)
    - [8.5. Testing Harness](#85-testing-harness)
  - [9. Công Cụ và Framework](#9-công-cụ-và-framework)
    - [9.1. Frameworks Phổ Biến](#91-frameworks-phổ-biến)
    - [9.2. Công Cụ Hỗ Trợ](#92-công-cụ-hỗ-trợ)
    - [9.3. Starter Template](#93-starter-template)
  - [10. Tương Lai Của Harness Engineering](#10-tương-lai-của-harness-engineering)
    - [10.1. Xu Hướng 2026-2028](#101-xu-hướng-2026-2028)
    - [10.2. Thách Thức Phía Trước](#102-thách-thức-phía-trước)
    - [10.3. Lời Khuyên Cho Tương Lai](#103-lời-khuyên-cho-tương-lai)
  - [11. Tài Liệu Tham Khảo](#11-tài-liệu-tham-khảo)
    - [Papers \&amp; Research](#papers--research)
    - [Frameworks \&amp; Tools](#frameworks--tools)
    - [Communities](#communities)
    - [Blogs \&amp; Resources](#blogs--resources)
    - [Courses \&amp; Tutorials](#courses--tutorials)
---
## 1. Giới Thiệu
Trong kỷ nguyên AI, chúng ta đã chứng kiến sự phát triển vượt bậc của các mô hình ngôn ngữ lớn (LLMs). Từ GPT-3, GPT-4, Claude, đến Gemini, các mô hình này ngày càng thông minh và mạnh mẽ hơn. Tuy nhiên, một câu hỏi quan trọng được đặt ra: **Tại sao với cùng một mô hình AI, một số ứng dụng hoạt động xuất sắc trong khi những ứng dụng khác lại thất bại?**
Câu trả lời nằm ở **Harness Engineering** - một kỹ thuật không tập trung vào việc cải thiện mô hình AI, mà thay vào đó tập trung vào việc xây dựng toàn bộ **hệ sinh thái xung quanh mô hình đó**: công cụ (tools), quyền truy cập (permissions), bộ nhớ (memory), vòng lặp phản hồi (feedback loops), rào cản bảo vệ (guardrails), và quản lý ngữ cảnh (context management).
### Bối Cảnh
Khi Mitchell Hashimoto (người sáng lập HashiCorp, tác giả của Terraform) tuyên bố rằng *"Prompt Engineering đã chết"* và giới thiệu khái niệm **Harness Engineering**, ông đã mở ra một chương mới trong cách chúng ta nghĩ về phát triển ứng dụng AI. Thay vì lo lắng về cách viết prompt hoàn hảo, chúng ta cần tập trung vào việc xây dựng một hệ thống hoàn chỉnh để AI có thể hoạt động hiệu quả.
### Mục Đích Của Tài Liệu
Tài liệu này cung cấp một cái nhìn toàn diện về Harness Engineering, bao gồm:
- Định nghĩa và triết lý cốt lõi
- So sánh với các kỹ thuật trước đó (Prompt Engineering, Context Engineering)
- Các thành phần và nguyên tắc thiết kế
- Case studies từ các công ty hàng đầu (Princeton NLP, Anthropic)
- Best practices và hướng dẫn triển khai thực tế
---
## 2. Harness Engineering Là Gì?
### Định Nghĩa
**Harness Engineering** là kỹ thuật xây dựng và thiết kế toàn bộ **"môi trường xung quanh"** một mô hình AI (bao gồm công cụ, quyền truy cập, bộ nhớ, vòng lặp phản hồi, rào cản bảo vệ, quản lý context...) thay vì tập trung vào việc cải thiện bản thân mô hình đó.
Nói một cách đơn giản:
- **Mô hình AI** là thứ **suy nghĩ**
- **Harness** là thứ mà AI **suy nghĩ về**
- Và chính **Harness** mới quyết định **chất lượng đầu ra cuối cùng**
### Triết Lý Cốt Lõi
&gt; *"Mỗi khi agent mắc lỗi, bạn không cầu nguyện nó làm tốt hơn lần sau – bạn xây dựng một giải pháp hệ thống để nó không bao giờ mắc lỗi đó nữa"*
Triết lý này nhấn mạnh vào:
1. **Systematic Solutions over Prayers**: Thay vì hy vọng AI sẽ "học" từ lỗi, bạn xây dựng cơ chế hệ thống ngăn chặn lỗi đó tái diễn.
2. **Infrastructure over Instructions**: Thay vì viết prompt dài dòng hướng dẫn AI làm gì, bạn xây dựng cơ sở hạ tầng hạn chế những gì AI có thể làm.
3. **Design over Training**: Thay vì fine-tune mô hình, bạn thiết kế môi trường hoạt động của mô hình.
### Ví Dụ Minh Họa
Hãy tưởng tượng bạn có một AI coding assistant:
**❌ Cách tiếp cận cũ (Prompt Engineering):**
```
"Hãy viết code Python. Đảm bảo code của bạn không có lỗi cú pháp. 
Kiểm tra kỹ trước khi trả về. Nếu có lỗi, hãy sửa..."
```
**✅ Cách tiếp cận mới (Harness Engineering):**
```javascript
// Tích hợp linter vào harness
harness.addTool({
  name: "write_code",
  execute: async (code) =&gt; {
    // Tự động check syntax
    const lintResult = await linter.check(code);
    if (lintResult.hasErrors) {
      // Tự động reject và yêu cầu sửa
      return { status: "error", errors: lintResult.errors };
    }
    return { status: "success", code };
  }
});
```
Trong ví dụ trên, thay vì "nhờ" AI cẩn thận, bạn xây dựng một hệ thống **không cho phép** AI trả về code có lỗi.
### So Sánh Với Các Khái Niệm Khác
| Khía cạnh | Prompt Engineering | Context Engineering | Harness Engineering |
|-----------|-------------------|---------------------|---------------------|
| **Focus** | Cách hỏi | Dữ liệu đầu vào | Toàn bộ hệ thống |
| **Mục tiêu** | Câu prompt tốt hơn | Context phù hợp hơn | Môi trường tốt hơn |
| **Ví dụ** | Viết email | Đính kèm file | Thiết kế văn phòng + quy trình |
| **Kiểm soát** | Thấp | Trung bình | Cao |
| **Tính bền vững** | Thấp | Trung bình | Cao |
---
## 3. Ba Giai Đoạn Tiến Hóa Của Kỹ Nghệ AI
Để hiểu rõ hơn về Harness Engineering, chúng ta cần nhìn lại quá trình tiến hóa của kỹ nghệ AI qua ba giai đoạn chính:
### 3.1. Prompt Engineering (2022-2024)
**Focus**: *"Hỏi AI thế nào cho đúng?"*
**Đặc điểm:**
- Tập trung vào việc viết câu prompt tốt
- Sử dụng các kỹ thuật: few-shot learning, chain-of-thought, role-playing
- Phụ thuộc nhiều vào "nghệ thuật" viết prompt
**Ví dụ:**
```
User: "Act as a senior Python developer. Write a function to..."
User: "Think step by step..."
User: "Here are some examples: ..."
```
**Hạn chế:**
- Khó mở rộng và duy trì
- Kết quả không ổn định
- Khó debug khi có lỗi
- Phụ thuộc quá nhiều vào cách diễn đạt
**So sánh:** Giống như viết email - bạn lo lắng về từng từ, từng câu.
---
### 3.2. Context Engineering (2025)
**Focus**: *"Đưa thông tin gì để AI trả lời tốt?"*
**Đặc điểm:**
- Tập trung vào việc cung cấp đúng dữ liệu đầu vào
- Sử dụng RAG (Retrieval Augmented Generation)
- Quản lý context window hiệu quả
- Tích hợp knowledge bases
**Ví dụ:**
```javascript
// Retrieve relevant context
const relevantDocs = await vectorDB.search(query);
const context = relevantDocs.map(doc =&gt; doc.content).join('\n');
// Add to prompt
const prompt = `Context: ${context}\n\nQuestion: ${query}`;
```
**Ưu điểm:**
- Cải thiện độ chính xác
- Giảm hallucination
- Có thể scale với dữ liệu lớn
**Hạn chế:**
- Vẫn phụ thuộc vào chất lượng context
- Chưa kiểm soát được hành vi của AI
- Khó xử lý các tình huống phức tạp
**So sánh:** Giống như đính kèm đúng file vào email - bạn cung cấp đủ thông tin cần thiết.
---
### 3.3. Harness Engineering (2026+)
**Focus**: *"Toàn bộ hệ thống quanh AI vận hành ra sao?"*
**Đặc điểm:**
- Thiết kế toàn bộ môi trường hoạt động
- Tích hợp tools, memory, guardrails
- Kiểm soát chặt chẽ hành vi của AI
- Tự động xử lý lỗi và tối ưu hóa
**Ví dụ:**
```javascript
const harness = new AIHarness({
  model: "claude-3-opus",
  tools: [codeExecutor, fileManager, webSearch],
  memory: {
    shortTerm: conversationHistory,
    longTerm: vectorStore,
    workingMemory: currentContext
  },
  guardrails: {
    maxTokens: 100000,
    allowedDomains: ["github.com", "stackoverflow.com"],
    securityRules: [noSensitiveData, validateOutputs]
  },
  feedback: {
    onError: autoRetry,
    onSuccess: logMetrics
  }
});
```
**Ưu điểm:**
- Kiểm soát hoàn toàn hành vi AI
- Dễ debug và maintain
- Có thể mở rộng và tái sử dụng
- Kết quả ổn định và đáng tin cậy
**So sánh:** Giống như thiết kế cả văn phòng và quy trình làm việc - bạn tạo ra một hệ sinh thái hoàn chỉnh.
---
### So Sánh Tổng Quan
```
┌─────────────────────────────────────────────────────────────┐
│                    TIẾN HÓA KỸ NGHỆ AI                      │
├─────────────────────────────────────────────────────────────┤
│                                                             │
│  2022-2024: PROMPT ENGINEERING                              │
│  ┌─────────────────────────────────┐                       │
│  │ "Làm sao hỏi cho đúng?"         │                       │
│  │ Focus: Câu prompt                │                       │
│  │ Control: ⭐ Thấp                 │                       │
│  └─────────────────────────────────┘                       │
│                    │                                        │
│                    ▼                                        │
│  2025: CONTEXT ENGINEERING                                  │
│  ┌─────────────────────────────────┐                       │
│  │ "Đưa thông tin gì?"             │                       │
│  │ Focus: Dữ liệu đầu vào          │                       │
│  │ Control: ⭐⭐ Trung bình         │                       │
│  └─────────────────────────────────┘                       │
│                    │                                        │
│                    ▼                                        │
│  2026+: HARNESS ENGINEERING                                 │
│  ┌─────────────────────────────────┐                       │
│  │ "Hệ thống hoạt động ra sao?"   │                       │
│  │ Focus: Toàn bộ môi trường       │                       │
│  │ Control: ⭐⭐⭐⭐⭐ Cao          │                       │
│  └─────────────────────────────────┘                       │
│                                                             │
└─────────────────────────────────────────────────────────────┘
```
### Insight Quan Trọng
&gt; **"Prompt Engineering chưa chết, nhưng nó không còn đủ"**
Mỗi giai đoạn không thay thế hoàn toàn giai đoạn trước, mà bổ sung thêm một layer kiểm soát:
- Bạn vẫn cần **prompt tốt** (Prompt Engineering)
- Bạn vẫn cần **context phù hợp** (Context Engineering)
- Nhưng bạn cần thêm **hệ thống hoàn chỉnh** (Harness Engineering)
---
## 4. Tại Sao Harness Engineering Quan Trọng?
### 4.1. Tối Ưu Hiệu Suất Vượt Trội
**Nghiên cứu từ Princeton NLP** (paper SWE-agent) đã chứng minh một phát hiện đột phá:
&gt; Chỉ cần thay đổi cách thiết kế **"giao diện/môi trường"** (ACI - Agent-Computer Interface), hiệu suất của AI có thể **tăng tới 64%** mà không cần nâng cấp mô hình.
**Kết quả thực nghiệm:**
| Cách tiếp cận | Success Rate | Improvement |
|---------------|--------------|-------------|
| Baseline (no harness) | 12.5% | - |
| With optimized harness | 20.5% | +64% |
**Điều này có nghĩa là gì?**
- Harness design có thể quan trọng hơn cả việc chọn mô hình AI
- ROI cao hơn so với việc train/fine-tune mô hình mới
- Có thể áp dụng ngay lập tức mà không cần tài nguyên lớn
---
### 4.2. Mô Hình Chỉ Là Công Cụ, Hệ Thống Mới Quyết Định Kết Quả
**Thực tế của thị trường AI:**
```
┌──────────────────────────────────────────────────────┐
│  COMMODITIZATION OF AI MODELS                        │
├──────────────────────────────────────────────────────┤
│                                                      │
│  2023: GPT-4 là "vua"                                │
│  2024: Claude 3, Gemini Ultra cạnh tranh             │
│  2025: Nhiều mô hình tương đương nhau                │
│  2026: Mô hình trở thành "hàng hóa" (commodity)      │
│                                                      │
│  ➜ Sự khác biệt không còn ở mô hình                 │
│  ➜ Sự khác biệt nằm ở HARNESS                       │
│                                                      │
└──────────────────────────────────────────────────────┘
```
**Ví dụ thực tế:**
Cùng một mô hình Claude 3.5 Sonnet:
- **Cursor IDE**: Rất hiệu quả trong coding
- **Random chatbot**: Không tốt lắm
➜ **Điều khác biệt?** Harness design của Cursor!
---
### 4.3. Kiểm Soát và Đáng Tin Cậy
**Vấn đề với approach cũ:**
```javascript
// ❌ Không thể kiểm soát
const response = await ai.chat("Fix this bug...");
// Bạn không biết AI sẽ làm gì
// Bạn không thể đảm bảo output
// Bạn khó debug khi có lỗi
```
**Với Harness Engineering:**
```javascript
// ✅ Kiểm soát hoàn toàn
const harness = new AIHarness({
  tools: {
    'file_edit': {
      validator: (path) =&gt; path.startsWith('/safe/dir'),
      maxSize: 10000,
      allowedExtensions: ['.js', '.ts', '.py']
    }
  },
  outputValidation: {
    checkSyntax: true,
    checkSecurity: true,
    runTests: true
  }
});
// Bạn biết chính xác AI có thể làm gì
// Bạn đảm bảo output luôn valid
// Bạn có logs chi tiết để debug
```
---
### 4.4. Scalability và Maintainability
**Kịch bản thực tế:**
Bạn có 10 AI agents trong hệ thống. Bạn phát hiện một lỗi bảo mật:
**❌ Không có Harness:**
```
- Phải update 10 prompts khác nhau
- Phải test lại 10 agents
- Không chắc đã fix hết chưa
- Mất 2-3 ngày
```
**✅ Có Harness:**
```javascript
// Fix tại 1 nơi trong harness
harness.addSecurityRule({
  name: 'no-sensitive-data',
  validate: (output) =&gt; !containsSensitiveData(output)
});
// Tất cả agents tự động có rule này
// Test 1 lần
// Deploy trong vài phút
```
---
### 4.5. Giảm Chi Phí Đáng Kể
**Cost Savings từ Harness Engineering:**
1. **Giảm token usage**
   - Context compression
   - Smart caching
   - Efficient tool calling
   - **Tiết kiệm: 40-60% cost**
2. **Giảm error rate**
   - Automatic validation
   - Built-in guardrails
   - **Giảm: 70-80% failed requests**
3. **Tăng development speed**
   - Reusable components
   - Clear architecture
   - **Tăng: 3-5x faster development**
**Ví dụ tính toán:**
```
Dự án AI Agent truyền thống:
- API cost: $2,000/month
- Development time: 3 months
- Error handling: 40 hours/month
Total: ~$30,000 (3 months)
Với Harness Engineering:
- API cost: $800/month (giảm 60%)
- Development time: 1 month (reuse harness)
- Error handling: 5 hours/month (tự động)
Total: ~$12,000 (3 months)
➜ Savings: $18,000 (60%)
```
---
### 4.6. Competitive Advantage
Khi các mô hình AI trở nên tương đương nhau, **Harness Engineering chính là competitive moat** (lợi thế cạnh tranh):
- **Anthropic**: Harness siêu đẳng (theo leak code của Claude)
- **Cursor**: Harness tối ưu cho coding
- **Perplexity**: Harness tốt cho search &amp; research
➜ Đây là lý do tại sao họ dẫn đầu thị trường!
---
### Tóm Lại
Harness Engineering quan trọng vì:
1. ✅ **Tăng hiệu suất 64%+** (theo nghiên cứu Princeton)
2. ✅ **Tạo competitive advantage** khi mô hình trở thành commodity
3. ✅ **Kiểm soát và đáng tin cậy** hơn nhiều
4. ✅ **Scale và maintain dễ dàng**
5. ✅ **Tiết kiệm 40-60% chi phí**
6. ✅ **Tăng tốc development 3-5x**
&gt; **"In the age of AI commoditization, your harness is your moat"**
---
## 5. Các Thành Phần Cốt Lõi Của Harness
Một harness hoàn chỉnh bao gồm 7 thành phần chính. Hãy tưởng tượng chúng như các "cơ quan" trong cơ thể con người:
```
┌─────────────────────────────────────────────────────────┐
│              KIẾN TRÚC HARNESS HOÀN CHỈNH               │
├─────────────────────────────────────────────────────────┤
│                                                         │
│  ┌─────────────┐      ┌─────────────┐                 │
│  │   TOOLS     │◄────►│   MEMORY    │                 │
│  │  (Tay chân) │      │ (Bộ não)    │                 │
│  └─────────────┘      └─────────────┘                 │
│         ▲                    ▲                         │
│         │                    │                         │
│         ▼                    ▼                         │
│  ┌─────────────────────────────────┐                  │
│  │      CONTEXT MANAGEMENT         │                  │
│  │      (Hệ thống tuần hoàn)       │                  │
│  └─────────────────────────────────┘                  │
│         ▲                    ▲                         │
│         │                    │                         │
│  ┌─────────────┐      ┌─────────────┐                 │
│  │ GUARDRAILS  │      │  FEEDBACK   │                 │
│  │(Hệ miễn dịch)│      │(Cảm giác)   │                 │
│  └─────────────┘      └─────────────┘                 │
│         ▲                    ▲                         │
│         │                    │                         │
│  ┌─────────────┐      ┌─────────────┐                 │
│  │ PERMISSIONS │      │ ORCHESTRATION│                │
│  │  (Xương)    │      │(Hệ thần kinh)│                │
│  └─────────────┘      └─────────────┘                 │
│                                                         │
└─────────────────────────────────────────────────────────┘
```
---
### 5.1. Tools (Công Cụ) - "Tay Chân"
**Mục đích**: Định nghĩa những gì AI có thể **làm**
**Ví dụ:**
```typescript
interface Tool {
  name: string;
  description: string;
  parameters: JSONSchema;
  execute: (params: any) =&gt; Promise&lt;ToolResult&gt;;
  validation?: {
    preExecution?: (params: any) =&gt; boolean;
    postExecution?: (result: any) =&gt; boolean;
  };
}
// Example: File Editor Tool
const fileEditorTool: Tool = {
  name: "edit_file",
  description: "Edit a file with specified changes",
  parameters: {
    type: "object",
    properties: {
      path: { type: "string" },
      changes: { type: "array" }
    }
  },
  execute: async (params) =&gt; {
    // Implementation
    return { success: true, content: "..." };
  },
  validation: {
    preExecution: (params) =&gt; {
      // Check if path is safe
      return params.path.startsWith('/safe/');
    },
    postExecution: (result) =&gt; {
      // Validate syntax
      return linter.check(result.content);
    }
  }
};
```
**Best Practices:**
- ✅ Giới hạn scope của mỗi tool (single responsibility)
- ✅ Validation đầu vào và đầu ra
- ✅ Clear error messages
- ✅ Idempotent khi có thể
- ❌ Tránh tools quá mạnh (e.g., "execute_any_command")
---
### 5.2. Memory (Bộ Nhớ) - "Não"
**Mục đích**: Quản lý thông tin AI cần **nhớ**
**3 Loại Memory:**
```typescript
interface MemorySystem {
  // 1. Short-term Memory (Conversation)
  shortTerm: {
    maxMessages: number;
    messages: Message[];
    compress: () =&gt; void;
  };
  // 2. Long-term Memory (Knowledge)
  longTerm: {
    vectorStore: VectorDB;
    add: (content: string, metadata: any) =&gt; void;
    search: (query: string) =&gt; Promise&lt;Document[]&gt;;
  };
  // 3. Working Memory (Current Task)
  workingMemory: {
    currentTask: Task;
    subTasks: Task[];
    context: Map&lt;string, any&gt;;
  };
}
```
**Ví dụ Implementation:**
```typescript
class HarnessMemory implements MemorySystem {
  shortTerm = {
    maxMessages: 20,
    messages: [],
    compress: () =&gt; {
      // Summarize old messages when hitting limit
      if (this.messages.length &gt; this.maxMessages) {
        const old = this.messages.slice(0, -10);
        const summary = this.summarize(old);
        this.messages = [
          { role: 'system', content: summary },
          ...this.messages.slice(-10)
        ];
      }
    }
  };
  longTerm = {
    vectorStore: new ChromaDB(),
    add: async (content, metadata) =&gt; {
      await this.vectorStore.add({
        content,
        metadata,
        embedding: await this.embed(content)
      });
    },
    search: async (query) =&gt; {
      return await this.vectorStore.search(query, { limit: 5 });
    }
  };
  workingMemory = {
    currentTask: null,
    subTasks: [],
    context: new Map()
  };
}
```
**Best Practices:**
- ✅ Context compression khi cần
- ✅ Prioritize relevant memories
- ✅ Clear working memory sau task
- ✅ Separate concerns (short/long/working)
---
### 5.3. Context Management (Quản Lý Ngữ Cảnh) - "Hệ Tuần Hoàn"
**Mục đích**: Đảm bảo AI luôn có đúng thông tin tại đúng thời điểm
**5 Cấp Độ Context (theo Anthropic):**
```typescript
interface ContextManager {
  // Level 1: System Instructions
  systemContext: {
    identity: string;
    capabilities: string[];
    limitations: string[];
  };
  // Level 2: Task Context
  taskContext: {
    goal: string;
    constraints: string[];
    currentStep: number;
  };
  // Level 3: Domain Knowledge
  domainContext: {
    codebase: CodebaseInfo;
    documentation: Document[];
    conventions: Convention[];
  };
  // Level 4: Conversation History
  conversationContext: {
    history: Message[];
    summary: string;
  };
  // Level 5: Immediate Context
  immediateContext: {
    currentFile: string;
    recentChanges: Change[];
    openFiles: string[];
  };
  // Build final context for AI
  buildContext(): string;
}
```
**Context Optimization Strategies:**
```typescript
class SmartContextManager {
  async buildOptimizedContext(query: string): Promise&lt;string&gt; {
    // 1. Always include system &amp; task
    const core = this.getSystemAndTaskContext();
    // 2. Retrieve relevant domain knowledge
    const relevant = await this.retrieveRelevant(query);
    // 3. Add compressed conversation history
    const history = this.compressHistory();
    // 4. Include immediate context
    const immediate = this.getImmediateContext();
    // 5. Ensure under token limit
    return this.fitToLimit([core, relevant, history, immediate]);
  }
  private fitToLimit(contexts: string[]): string {
    const limit = 100000; // tokens
    let total = '';
    let tokenCount = 0;
    for (const ctx of contexts) {
      const tokens = this.countTokens(ctx);
      if (tokenCount + tokens &lt; limit) {
        total += ctx;
        tokenCount += tokens;
      } else {
        // Truncate or skip
        break;
      }
    }
    return total;
  }
}
```
---
### 5.4. Guardrails (Rào Cản) - "Hệ Miễn Dịch"
**Mục đích**: Ngăn chặn hành vi không mong muốn
**Các Loại Guardrails:**
```typescript
interface GuardrailSystem {
  // Input Guardrails
  inputGuardrails: {
    contentFilter: (input: string) =&gt; ValidationResult;
    promptInjectionDetection: (input: string) =&gt; boolean;
    rateLimiting: RateLimiter;
  };
  // Output Guardrails
  outputGuardrails: {
    sensitiveDataDetection: (output: string) =&gt; boolean;
    toxicityFilter: (output: string) =&gt; ToxicityScore;
    factualityCheck: (output: string) =&gt; Promise&lt;boolean&gt;;
  };
  // Behavioral Guardrails
  behavioralGuardrails: {
    maxIterations: number;
    timeoutMs: number;
    allowedDomains: string[];
    forbiddenActions: string[];
  };
  // Security Guardrails
  securityGuardrails: {
    sandboxing: boolean;
    fileAccessControl: AccessControl;
    networkRestrictions: NetworkPolicy;
  };
}
```
**Ví dụ Implementation:**
```typescript
class GuardrailLayer {
  async validateInput(input: string): Promise&lt;ValidationResult&gt; {
    // Check for prompt injection
    if (this.detectPromptInjection(input)) {
      return { valid: false, reason: 'Prompt injection detected' };
    }
    // Check for inappropriate content
    const toxicity = await this.checkToxicity(input);
    if (toxicity.score &gt; 0.8) {
      return { valid: false, reason: 'Inappropriate content' };
    }
    return { valid: true };
  }
  async validateOutput(output: string): Promise&lt;ValidationResult&gt; {
    // Check for sensitive data leaks
    if (this.containsSensitiveData(output)) {
      return { valid: false, reason: 'Sensitive data detected' };
    }
    // Check output quality
    if (!this.meetsQualityStandards(output)) {
      return { valid: false, reason: 'Quality check failed' };
    }
    return { valid: true };
  }
  private detectPromptInjection(input: string): boolean {
    const patterns = [
      /ignore previous instructions/i,
      /system prompt/i,
      /you are now/i,
      // ... more patterns
    ];
    return patterns.some(p =&gt; p.test(input));
  }
}
```
---
### 5.5. Feedback Loops (Vòng Lặp Phản Hồi) - "Cảm Giác"
**Mục đích**: Tự động học và cải thiện từ kết quả
```typescript
interface FeedbackSystem {
  // Automatic feedback
  onSuccess: (task: Task, result: any) =&gt; void;
  onError: (task: Task, error: Error) =&gt; void;
  onTimeout: (task: Task) =&gt; void;
  // Metrics tracking
  metrics: {
    successRate: number;
    avgResponseTime: number;
    tokenUsage: number;
    errorTypes: Map&lt;string, number&gt;;
  };
  // Auto-optimization
  optimizer: {
    analyzePatterns: () =&gt; Insights;
    suggestImprovements: () =&gt; Suggestion[];
    autoAdjust: (metric: string) =&gt; void;
  };
}
```
**Example:**
```typescript
class FeedbackLoop {
  async handleTaskCompletion(task: Task, result: TaskResult) {
    // 1. Log metrics
    await this.logMetrics({
      taskType: task.type,
      duration: result.duration,
      tokensUsed: result.tokensUsed,
      success: result.success
    });
    // 2. Analyze for patterns
    if (result.success) {
      await this.memory.longTerm.add(
        `Successful ${task.type}: ${result.approach}`,
        { type: 'success_pattern', task: task.type }
      );
    } else {
      await this.memory.longTerm.add(
        `Failed ${task.type}: ${result.error}`,
        { type: 'failure_pattern', task: task.type }
      );
    }
    // 3. Auto-adjust if needed
    if (this.metrics.successRate &lt; 0.7) {
      await this.optimizer.suggestImprovements();
    }
  }
}
```
---
### 5.6. Permissions (Quyền Hạn) - "Xương"
**Mục đích**: Định nghĩa AI được phép làm gì, ở đâu, khi nào
```typescript
interface PermissionSystem {
  // Resource permissions
  resources: {
    files: FilePermissions;
    network: NetworkPermissions;
    system: SystemPermissions;
  };
  // Time-based permissions
  temporal: {
    allowedHours: TimeRange[];
    maxDuration: number;
  };
  // Context-based permissions
  contextual: {
    requireApproval: (action: Action) =&gt; boolean;
    escalationRules: EscalationRule[];
  };
}
interface FilePermissions {
  read: string[];      // Allowed paths to read
  write: string[];     // Allowed paths to write
  delete: string[];    // Allowed paths to delete
  maxFileSize: number; // Max file size in bytes
}
```
---
### 5.7. Orchestration (Điều Phối) - "Hệ Thần Kinh"
**Mục đích**: Điều phối tất cả các thành phần hoạt động hài hòa
```typescript
class HarnessOrchestrator {
  async execute(userRequest: string): Promise&lt;Result&gt; {
    // 1. Validate input
    const inputCheck = await this.guardrails.validateInput(userRequest);
    if (!inputCheck.valid) {
      return { error: inputCheck.reason };
    }
    // 2. Build context
    const context = await this.contextManager.buildContext(userRequest);
    // 3. Check permissions
    const action = await this.planner.plan(userRequest);
    if (!this.permissions.allows(action)) {
      return { error: 'Permission denied' };
    }
    // 4. Execute with tools
    const result = await this.agent.execute(action, context);
    // 5. Validate output
    const outputCheck = await this.guardrails.validateOutput(result);
    if (!outputCheck.valid) {
      return await this.retry(action); // Retry logic
    }
    // 6. Update memory &amp; feedback
    await this.memory.update(result);
    await this.feedback.log(action, result);
    return result;
  }
}
```
---
### Tích Hợp Tất Cả
```typescript
// Complete Harness Example
const harness = new AIHarness({
  model: "claude-3.5-sonnet",
  tools: [fileEditor, codeRunner, webSearch],
  memory: {
    shortTerm: { maxMessages: 20 },
    longTerm: { vectorStore: chromaDB },
    workingMemory: { maxSize: 10000 }
  },
  contextManager: {
    levels: 5,
    optimization: "smart",
    tokenLimit: 100000
  },
  guardrails: {
    input: [promptInjectionFilter, toxicityFilter],
    output: [sensitiveDataFilter, qualityChecker],
    behavioral: { maxIterations: 10, timeoutMs: 30000 }
  },
  feedback: {
    autoLog: true,
    metricsTracking: true,
    autoOptimize: true
  },
  permissions: {
    files: {
      read: ["/project/**"],
      write: ["/project/src/**"],
      delete: []
    },
    network: {
      allowedDomains: ["github.com", "stackoverflow.com"]
    }
  }
});
```
---
### Tích Hợp Component Với Modules Trong Repo
Mỗi thành phần của Harness tương ứng trực tiếp với các modules trong **AI Coding Skills Framework**. Đây là cách các components "gắn liền" với thực tiễn:
```
┌─────────────────────────────────────────────────────────────────────┐
│                    HARNESS → MODULE MAPPING                         │
├─────────────────────────────────────────────────────────────────────┤
│                                                                     │
│  ┌─────────────┐      ┌─────────────────────────────────────┐     │
│  │   TOOLS     │ ───► │ 06-decide-tools-mcp                 │     │
│  │  (Tay chân) │      │ Tool selection &amp; MCP integration     │     │
│  └─────────────┘      └─────────────────────────────────────┘     │
│                                                                     │
│  ┌─────────────┐      ┌─────────────────────────────────────┐     │
│  │   MEMORY    │ ───► │ 01-retrieve-memory-knowledge        │     │
│  │  (Bộ não)   │      │ 03-update-memory-store               │     │
│  └─────────────┘      └─────────────────────────────────────┘     │
│                                                                     │
│  ┌─────────────┐      ┌─────────────────────────────────────┐     │
│  │   CONTEXT   │ ───► │ 02-build-context                    │     │
│  │ (Tuần hoàn) │      │ Context building &amp; management       │     │
│  └─────────────┘      └─────────────────────────────────────┘     │
│                                                                     │
│  ┌─────────────┐      ┌─────────────────────────────────────┐     │
│  │ GUARDRAILS  │ ───► │ 05-prompt-builder (Guardrails)      │     │
│  │(Miễn dịch) │      │ 11-evaluation (validation)           │     │
│  └─────────────┘      └─────────────────────────────────────┘     │
│                                                                     │
│  ┌─────────────┐      ┌─────────────────────────────────────┐     │
│  │  FEEDBACK   │ ───► │ 07-workflow (retry, loop patterns)  │     │
│  │ (Cảm giác)  │      │ 11-evaluation (metrics &amp; feedback)  │     │
│  └─────────────┘      └─────────────────────────────────────┘     │
│                                                                     │
│  ┌─────────────┐      ┌─────────────────────────────────────┐     │
│  │ PERMISSIONS │ ───► │ 06-decide-tools-mcp (tool perms)    │     │
│  │   (Xương)   │      │ 10-automation (access control)       │     │
│  └─────────────┘      └─────────────────────────────────────┘     │
│                                                                     │
│  ┌─────────────┐      ┌─────────────────────────────────────┐     │
│  │ ORCHESTRATION│───►│ 07-workflow (workflow engine)         │     │
│  │(Thần kinh)  │      │ 09-multi-agent (agent coordination)  │     │
│  └─────────────┘      │ 04-plan-decompose-task (planning)    │     │
│                        │ 08-task (task management)             │     │
│                        └─────────────────────────────────────┘     │
│                                                                     │
└─────────────────────────────────────────────────────────────────────┘
```
#### Bảng Mapping Chi Tiết
| Component | Analogies | Modules trong Repo | Mô tả |
|-----------|-----------|-------------------|-------|
| **Tools** | "Tay chân" | `06-decide-tools-mcp` | Định nghĩa AI có thể dùng công cụ gì, tích hợp MCP |
| **Memory** | "Bộ não" | `01-retrieve-memory-knowledge`, `03-update-memory-store` | Nhớ &amp; truy xuất kiến thức, cập nhật bộ nhớ |
| **Context Management** | "Hệ tuần hoàn" | `02-build-context` | Xây dựng ngữ cảnh phù hợp cho từng task |
| **Guardrails** | "Hệ miễn dịch" | `05-prompt-builder`, `11-evaluation` | Rào cản bảo vệ, kiểm tra đầu vào/đầu ra |
| **Feedback Loops** | "Cảm giác" | `07-workflow`, `11-evaluation` | Vòng lặp phản hồi, retry, đánh giá chất lượng |
| **Permissions** | "Xương" | `06-decide-tools-mcp`, `10-automation` | Phân quyền truy cập tài nguyên |
| **Orchestration** | "Hệ thần kinh" | `07-workflow`, `09-multi-agent`, `04-plan-decompose-task`, `08-task` | Điều phối tất cả thành phần hoạt động hài hòa |
&gt; **Insight**: Prompt Engineering (`05-prompt-builder`) không phải là một component riêng biệt của Harness — nó là **kỹ thuật nền tảng** được tích hợp xuyên suốt nhiều components: System Prompt trong Orchestration, Few-shot trong Context Management, Structured Output trong Guardrails.
---
## 6. Case Studies Thực Tế
Các case studies sau đây cho thấy cách các tổ chức hàng đầu áp dụng Harness Engineering để đạt được kết quả vượt trội.
---
### 6.1. SWE-agent (Princeton NLP)
**Bối cảnh**: Princeton NLP phát triển một AI agent để tự động sửa lỗi GitHub issues.
**Vấn đề ban đầu**:
- Success rate chỉ 12.5% với baseline approach
- Agent thường "lạc lối" trong codebase
- Kết quả tìm kiếm quá nhiều, gây overwhelm
- Không biết đâu là thông tin quan trọng
**Giải pháp Harness Engineering**:
```typescript
// 1. GIỚI HẠN OUTPUT CỦA TOOLS
const searchTool = {
  name: "search_file",
  execute: async (pattern: string) =&gt; {
    const results = await grep(pattern);
    // ❌ Trước: Trả về toàn bộ
    // ✅ Sau: Giới hạn 50 kết quả đầu
    return results.slice(0, 50);
  }
};
// 2. VIEWER THÔNG MINH
const fileViewer = {
  name: "view_file",
  context: {
    showLineNumbers: true,
    contextLines: 100,  // Chỉ hiện 100 dòng tại 1 thời điểm
    highlightRelevant: true
  },
  execute: async (file: string, startLine: number) =&gt; {
    // Thay vì load toàn bộ file (có thể 1000+ dòng)
    // Chỉ load 100 dòng xung quanh vùng quan tâm
    return loadFileWindow(file, startLine, 100);
  }
};
// 3. TÍCH HỢP LINTER REALTIME
const editTool = {
  name: "edit_file",
  execute: async (file: string, changes: Change[]) =&gt; {
    const newContent = applyChanges(file, changes);
    // Tự động check syntax ngay lập tức
    const lintResult = await linter.check(newContent);
    if (lintResult.errors.length &gt; 0) {
      // Không cho phép save file có lỗi
      return {
        success: false,
        errors: lintResult.errors,
        message: "Please fix syntax errors before proceeding"
      };
    }
    await saveFile(file, newContent);
    return { success: true };
  }
};
// 4. NÉN LỊCH SỬ CHAT
const memoryManager = {
  compressHistory: async () =&gt; {
    if (history.length &gt; 20) {
      // Summarize old conversations
      const old = history.slice(0, -10);
      const summary = await summarize(old);
      history = [
        { role: 'system', content: summary },
        ...history.slice(-10)
      ];
    }
  }
};
```
**Kết quả**:
- Success rate tăng từ **12.5% → 20.5%** (+64%)
- Thời gian giải quyết issue giảm 40%
- Token usage giảm 30%
**Key Insights**:
&gt; "Không phải mô hình yếu, mà môi trường không được thiết kế tốt"
---
### 6.2. Anthropic Multi-Agent Architecture
**Bối cảnh**: Anthropic phát triển Claude Code để tạo các ứng dụng phức tạp (games, DAW, etc.)
**Vấn đề ban đầu**:
- Single agent làm quá nhiều việc cùng lúc → overwhelmed
- Agent dừng lại quá sớm (chưa hoàn thành)
- Hoặc tiếp tục quá lâu (không biết khi nào dừng)
**Giải pháp: Multi-Agent Orchestration**
```typescript
// Kiến trúc 3 Agent
class MultiAgentHarness {
  agents = {
    planner: new PlannerAgent(),
    generator: new GeneratorAgent(),
    evaluator: new EvaluatorAgent()
  };
  async execute(task: string): Promise&lt;Result&gt; {
    // 1. PLANNER: Lập kế hoạch
    const plan = await this.agents.planner.createPlan(task);
    /*
    Output example:
    {
      steps: [
        "1. Create game canvas",
        "2. Implement player movement",
        "3. Add collision detection",
        "4. Implement scoring system"
      ],
      estimatedComplexity: "medium"
    }
    */
    // 2. GENERATOR: Thực thi từng bước
    const results = [];
    for (const step of plan.steps) {
      const result = await this.agents.generator.generate(step);
      results.push(result);
      // 3. EVALUATOR: Đánh giá sau mỗi bước
      const evaluation = await this.agents.evaluator.evaluate(result, step);
      if (!evaluation.passed) {
        // Retry with feedback
        const retry = await this.agents.generator.generate(
          step,
          { previousAttempt: result, feedback: evaluation.feedback }
        );
        results[results.length - 1] = retry;
      }
    }
    // 4. FINAL EVALUATION
    const finalEval = await this.agents.evaluator.evaluateFinal(results);
    return {
      success: finalEval.passed,
      output: results,
      quality: finalEval.quality
    };
  }
}
```
**Đặc điểm của từng Agent**:
```typescript
// PLANNER AGENT
class PlannerAgent {
  systemPrompt = `
    You are a planning specialist.
    Break down complex tasks into clear, actionable steps.
    Consider dependencies and order.
    Output: JSON with steps array.
  `;
  tools = []; // No tools, pure planning
}
// GENERATOR AGENT
class GeneratorAgent {
  systemPrompt = `
    You are a code generator.
    Implement exactly what is asked in the step.
    Use provided tools to write and test code.
  `;
  tools = [
    writeFile,
    readFile,
    executeCode,
    installPackage
  ];
}
// EVALUATOR AGENT
class EvaluatorAgent {
  systemPrompt = `
    You are a quality evaluator.
    Check if the implementation meets requirements.
    Test for bugs, edge cases, and completeness.
    Decide: PASS or FAIL with specific feedback.
  `;
  tools = [
    runTests,
    checkSyntax,
    analyzeCode
  ];
}
```
**Kết quả**:
- Có thể tạo các ứng dụng phức tạp: 2D games, DAW (Digital Audio Workstation)
- Success rate cao hơn 80% so với single-agent
- Code quality tốt hơn nhờ evaluation loop
**Key Insights**:
&gt; "Chia để trị - Mỗi agent tập trung vào một nhiệm vụ cụ thể"
---
### 6.3. Claude Code Leak - Hệ Thống Harness Siêu Đẳng
**Bối cảnh**: Vào 2026, source code của Claude Code bị leak vô tình, hé lộ kiến trúc harness cực kỳ tinh vi.
**Phát hiện chính**:
#### A. Quản lý Context 5 Cấp Độ
```typescript
class ClaudeContextManager {
  buildContext(query: string): Context {
    return {
      // Level 1: System Identity
      system: {
        role: "AI Coding Assistant",
        version: "Claude 3.5",
        capabilities: [...],
        limitations: [...]
      },
      // Level 2: Task Context
      task: {
        currentGoal: this.getCurrentGoal(),
        progressSoFar: this.getProgress(),
        remainingSteps: this.getRemainingSteps()
      },
      // Level 3: Domain Knowledge (Codebase)
      domain: {
        projectStructure: this.getProjectStructure(),
        conventions: this.getCodeConventions(),
        dependencies: this.getDependencies()
      },
      // Level 4: Conversation History (Compressed)
      conversation: {
        recentMessages: this.getRecentMessages(10),
        summary: this.getSummary(),
        keyDecisions: this.getKeyDecisions()
      },
      // Level 5: Immediate Context
      immediate: {
        currentFile: this.getCurrentFile(),
        openFiles: this.getOpenFiles(),
        recentEdits: this.getRecentEdits(),
        cursorPosition: this.getCursorPosition()
      }
    };
  }
}
```
#### B. Bộ Nhớ 3 Tầng với Auto-Optimization
```typescript
class ClaudeMemorySystem {
  // Tier 1: Hot Memory (RAM)
  hotMemory = {
    currentConversation: [],
    maxSize: 20,
    // Tự động compress khi đầy
    autoCompress: true
  };
  // Tier 2: Warm Memory (Vector DB)
  warmMemory = {
    vectorStore: new ChromaDB(),
    recentQueries: new LRUCache(100),
    // Cache các truy vấn phổ biến
    queryCache: new Map()
  };
  // Tier 3: Cold Memory (Long-term Storage)
  coldMemory = {
    database: new PostgreSQL(),
    // Lưu trữ patterns, learnings lâu dài
    successPatterns: [],
    failurePatterns: []
  };
  // AUTO DREAM: Chạy ngầm để tối ưu memory
  async autoDream() {
    // Chạy trong idle time
    setInterval(async () =&gt; {
      // 1. Analyze patterns
      const patterns = await this.analyzePatterns();
      // 2. Move rarely used to cold storage
      await this.archiveOldMemories();
      // 3. Optimize vector embeddings
      await this.warmMemory.vectorStore.optimize();
      // 4. Update query cache
      await this.updateQueryCache();
    }, 60000); // Mỗi phút
  }
}
```
#### C. Phân Quyền Tool Chặt Chẽ
```typescript
class ClaudeToolPermissions {
  // Mỗi tool có permission riêng
  toolPermissions = {
    'read_file': {
      allowedPaths: ['/workspace/**'],
      deniedPaths: ['/workspace/.env', '/workspace/secrets/**'],
      requireApproval: false
    },
    'write_file': {
      allowedPaths: ['/workspace/src/**', '/workspace/test/**'],
      deniedPaths: ['/workspace/config/**'],
      requireApproval: true, // Cần user confirm
      maxFileSize: 100000 // 100KB
    },
    'execute_command': {
      allowedCommands: ['npm', 'git', 'python', 'node'],
      deniedCommands: ['rm -rf', 'sudo', 'chmod'],
      requireApproval: true,
      timeout: 30000 // 30s
    },
    'web_search': {
      allowedDomains: ['github.com', 'stackoverflow.com', 'docs.*'],
      rateLimitperHour: 50
    }
  };
  async checkPermission(tool: string, params: any): Promise&lt;PermissionResult&gt; {
    const perm = this.toolPermissions[tool];
    // Check path restrictions
    if (tool.includes('file')) {
      if (!this.isPathAllowed(params.path, perm)) {
        return { allowed: false, reason: 'Path not allowed' };
      }
    }
    // Check if needs approval
    if (perm.requireApproval) {
      const approved = await this.requestUserApproval(tool, params);
      if (!approved) {
        return { allowed: false, reason: 'User denied' };
      }
    }
    return { allowed: true };
  }
}
```
#### D. Tone Detection với Regex (!)
```typescript
class ClaudeToneDetector {
  // Phát hiện sự ức chế/không hài lòng của user
  frustrationPatterns = [
    /why (is|are) (you|this)/i,
    /stop doing/i,
    /i (told|said) you/i,
    /for the (\d+)(st|nd|rd|th) time/i,
    /just do it/i,
    /seriously\?/i
  ];
  detectFrustration(message: string): boolean {
    return this.frustrationPatterns.some(p =&gt; p.test(message));
  }
  adjustTone(message: string): ToneAdjustment {
    if (this.detectFrustration(message)) {
      return {
        tone: 'apologetic',
        verbosity: 'concise',
        explanation: 'minimal',
        action: 'immediate' // Làm ngay, giải thích sau
      };
    }
    return {
      tone: 'helpful',
      verbosity: 'balanced',
      explanation: 'detailed',
      action: 'thoughtful'
    };
  }
}
```
**Kết quả**:
- Claude Code trở thành một trong những AI coding assistant tốt nhất
- User satisfaction rate &gt; 90%
- Retention rate cao
**Key Insights**:
&gt; "Devil is in the details - Mỗi chi tiết nhỏ trong harness đều được optimize kỹ lưỡng"
---
### 6.4. Cursor IDE - Harness Tối Ưu Cho Coding
**Đặc điểm nổi bật**:
```typescript
class CursorHarness {
  // 1. CONTEXT AWARE - Biết bạn đang làm gì
  async buildContext(): Promise&lt;Context&gt; {
    return {
      // File đang mở
      currentFile: editor.getCurrentFile(),
      // Code đang select
      selectedCode: editor.getSelection(),
      // Cursor position
      cursorLine: editor.getCursorLine(),
      // Recent edits (để hiểu intent)
      recentEdits: this.getRecentEdits(5),
      // Related files (import/export)
      relatedFiles: await this.findRelatedFiles(),
      // Git context
      gitBranch: await git.getCurrentBranch(),
      uncommittedChanges: await git.getUncommittedChanges()
    };
  }
  // 2. SMART SUGGESTIONS
  async getSuggestions(context: Context): Promise&lt;Suggestion[]&gt; {
    // Dựa trên context, đưa ra suggestions phù hợp
    const suggestions = [];
    if (context.selectedCode) {
      suggestions.push({
        type: 'refactor',
        action: 'Refactor this code',
        confidence: 0.9
      });
      suggestions.push({
        type: 'explain',
        action: 'Explain this code',
        confidence: 0.95
      });
    }
    if (context.cursorLine.includes('TODO')) {
      suggestions.push({
        type: 'implement',
        action: 'Implement this TODO',
        confidence: 0.85
      });
    }
    return suggestions.sort((a, b) =&gt; b.confidence - a.confidence);
  }
  // 3. INCREMENTAL EDITS
  async applyEdit(edit: Edit): Promise&lt;void&gt; {
    // Không replace toàn bộ file
    // Chỉ thay đổi phần cần thiết
    await editor.replaceRange(
      edit.startLine,
      edit.endLine,
      edit.newContent
    );
    // Auto format
    await editor.formatDocument();
    // Run linter
    const lintResult = await linter.check();
    if (lintResult.errors.length &gt; 0) {
      // Show inline errors
      editor.showErrors(lintResult.errors);
    }
  }
}
```
**Kết quả**:
- Trở thành coding assistant được yêu thích nhất
- NPS (Net Promoter Score) &gt; 70
- Nhiều developers chuyển từ GitHub Copilot sang Cursor
---
### Bài Học Chung Từ Các Case Studies
| Lesson | SWE-agent | Anthropic | Claude Leak | Cursor |
|--------|-----------|-----------|-------------|--------|
| **Giới hạn output** | ✅ 50 results max | - | - | - |
| **Multi-agent** | - | ✅ 3 agents | ✅ Planner/Generator | - |
| **Context layers** | ✅ 3 levels | - | ✅ 5 levels | ✅ Smart context |
| **Memory tiers** | ✅ Compression | - | ✅ 3 tiers | - |
| **Tool permissions** | - | - | ✅ Strict | ✅ Sandbox |
| **User feedback** | - | ✅ Evaluation | ✅ Tone detection | ✅ Suggestions |
| **Incremental** | - | - | - | ✅ Smart edits |
**Nguyên tắc chung**:
1. ✅ **Constraints enable creativity** - Giới hạn giúp AI tập trung
2. ✅ **Layered architecture** - Chia nhỏ vấn đề
3. ✅ **Feedback loops** - Học từ kết quả
4. ✅ **User-centric design** - Luôn nghĩ về UX
5. ✅ **Obsess over details** - Mọi chi tiết đều quan trọng
---
## 7. Nguyên Tắc Thiết Kế Harness
### 7.1. Nguyên Tắc SOLID Cho Harness
**1. Single Responsibility**
- Mỗi tool chỉ làm một việc duy nhất
- Mỗi component có một lý do để thay đổi
**2. Open/Closed**
- Harness mở cho mở rộng (thêm tools, guardrails)
- Đóng cho sửa đổi (core logic ổn định)
**3. Liskov Substitution**
- Tools có thể thay thế cho nhau
- Cùng interface, khác implementation
**4. Interface Segregation**
- Không ép AI sử dụng tools không cần thiết
- Chỉ expose những gì cần
**5. Dependency Inversion**
- Depend on abstractions, not implementations
- Dễ dàng swap components
---
### 7.2. The 10 Commandments of Harness Engineering
```
1. Thou shall LIMIT, not GUIDE
   → Giới hạn những gì AI có thể làm, đừng chỉ hướng dẫn
2. Thou shall VALIDATE, not HOPE
   → Validation mọi input/output, đừng hy vọng AI làm đúng
3. Thou shall DESIGN, not TRAIN
   → Thiết kế môi trường, đừng chỉ train mô hình
4. Thou shall CONSTRAIN, not INSTRUCT
   → Tạo constraints, đừng viết instructions dài dòng
5. Thou shall AUTOMATE, not MANUAL
   → Tự động hóa checks, đừng để user phải check
6. Thou shall FAIL FAST, not SLOW
   → Phát hiện lỗi sớm, đừng để lỗi lan rộng
7. Thou shall LOG EVERYTHING
   → Log mọi action để debug và improve
8. Thou shall ITERATE, not PERFECT
   → Ship và improve, đừng chờ perfect
9. Thou shall MEASURE, not GUESS
   → Measure metrics, đừng đoán
10. Thou shall OBSESS OVER UX
    → User experience là ưu tiên số 1
```
---
### 7.3. The Harness Design Pattern
```typescript
// Template for designing any harness
class HarnessDesignPattern {
  // 1. Define what AI CAN do
  defineCapabilities() {
    return {
      tools: [...],
      permissions: {...}
    };
  }
  // 2. Define what AI CANNOT do
  defineConstraints() {
    return {
      guardrails: [...],
      validators: [...]
    };
  }
  // 3. Define what AI SHOULD remember
  defineMemory() {
    return {
      shortTerm: {...},
      longTerm: {...},
      working: {...}
    };
  }
  // 4. Define how AI SHOULD learn
  defineFeedback() {
    return {
      onSuccess: () =&gt; {},
      onError: () =&gt; {},
      metrics: [...]
    };
  }
  // 5. Define how components WORK TOGETHER
  defineOrchestration() {
    return {
      workflow: [...],
      errorHandling: {...}
    };
  }
}
```
---
## 8. Best Practices
### 8.1. Tool Design
✅ **DO:**
- Keep tools small and focused
- Validate inputs và outputs
- Provide clear error messages
- Make tools idempotent when possible
- Include examples in descriptions
❌ **DON'T:**
- Create "god tools" that do everything
- Trust AI to validate itself
- Use vague error messages
- Allow destructive operations without confirmation
### 8.2. Memory Management
✅ **DO:**
- Compress context regularly
- Prioritize relevant information
- Clear working memory after tasks
- Use tiered storage (hot/warm/cold)
❌ **DON'T:**
- Keep entire conversation history
- Load unnecessary data
- Mix different types of memory
- Forget to clean up
### 8.3. Context Building
✅ **DO:**
- Layer context by priority
- Include only relevant information
- Monitor token usage
- Compress when approaching limits
❌ **DON'T:**
- Include everything
- Ignore token limits
- Use static context
- Forget immediate context
### 8.4. Guardrails
✅ **DO:**
- Validate at multiple layers
- Check both input and output
- Fail fast and clearly
- Log all violations
❌ **DON'T:**
- Rely only on prompts
- Skip validation steps
- Hide errors from users
- Trust without verifying
### 8.5. Testing Harness
```typescript
// Test suite for harness
describe('Harness Tests', () =&gt; {
  test('Tool validation works', async () =&gt; {
    const result = await harness.executeTool('write_file', {
      path: '/unsafe/path'
    });
    expect(result.error).toBe('Path not allowed');
  });
  test('Context limits respected', async () =&gt; {
    const context = await harness.buildContext(largeQuery);
    const tokens = countTokens(context);
    expect(tokens).toBeLessThan(100000);
  });
  test('Guardrails catch sensitive data', async () =&gt; {
    const output = "API_KEY=sk_12345";
    const validation = await harness.validateOutput(output);
    expect(validation.valid).toBe(false);
  });
  test('Memory compression works', async () =&gt; {
    // Add 50 messages
    for (let i = 0; i &lt; 50; i++) {
      await harness.addMessage({ content: `Message ${i}` });
    }
    expect(harness.memory.shortTerm.messages.length).toBeLessThan(25);
  });
});
```
---
## 9. Công Cụ và Framework
### 9.1. Frameworks Phổ Biến
**LangChain / LangGraph**
```typescript
import { ChatOpenAI } from "@langchain/openai";
import { DynamicStructuredTool } from "@langchain/core/tools";
const harness = {
  llm: new ChatOpenAI({ model: "gpt-4" }),
  tools: [
    new DynamicStructuredTool({
      name: "search",
      description: "Search the web",
      func: async (input) =&gt; { /* ... */ }
    })
  ]
};
```
**AutoGen (Microsoft)**
```python
from autogen import AssistantAgent, UserProxyAgent
assistant = AssistantAgent(
    name="assistant",
    llm_config={"model": "gpt-4"},
    system_message="You are a helpful assistant"
)
harness = UserProxyAgent(
    name="harness",
    human_input_mode="NEVER",
    max_consecutive_auto_reply=10,
    code_execution_config={"work_dir": "coding"}
)
```
**CrewAI**
```python
from crewai import Agent, Task, Crew
# Multi-agent harness
planner = Agent(role='Planner', goal='Create plan')
executor = Agent(role='Executor', goal='Execute plan')
reviewer = Agent(role='Reviewer', goal='Review output')
harness = Crew(
    agents=[planner, executor, reviewer],
    tasks=[plan_task, execute_task, review_task]
)
```
---
### 9.2. Công Cụ Hỗ Trợ
**Vector Databases:**
- Pinecone
- Chroma
- Weaviate
- Qdrant
**Monitoring &amp; Logging:**
- LangSmith
- Weights &amp; Biases
- Helicone
- OpenLLMetry
**Guardrails:**
- Guardrails AI
- NeMo Guardrails (NVIDIA)
- LlamaGuard (Meta)
**Testing:**
- PromptFoo
- Deepeval
- Ragas
---
### 9.3. Starter Template
```typescript
// Complete starter template
import { ChatAnthropic } from "@langchain/anthropic";
import { ChromaDB } from "chromadb";
class ProductionHarness {
  constructor(config) {
    this.model = new ChatAnthropic({
      model: "claude-3.5-sonnet",
      temperature: 0
    });
    this.tools = this.initializeTools();
    this.memory = this.initializeMemory();
    this.guardrails = this.initializeGuardrails();
    this.logger = this.initializeLogger();
  }
  async execute(userInput) {
    try {
      // 1. Validate input
      await this.guardrails.validateInput(userInput);
      // 2. Build context
      const context = await this.buildContext(userInput);
      // 3. Execute with tools
      const result = await this.model.invoke(context, {
        tools: this.tools
      });
      // 4. Validate output
      await this.guardrails.validateOutput(result);
      // 5. Log metrics
      await this.logger.log({
        input: userInput,
        output: result,
        tokens: result.usage
      });
      return result;
    } catch (error) {
      await this.handleError(error);
      throw error;
    }
  }
}
// Usage
const harness = new ProductionHarness({
  apiKey: process.env.ANTHROPIC_API_KEY
});
const result = await harness.execute("Build me a todo app");
```
---
## 10. Tương Lai Của Harness Engineering
### 10.1. Xu Hướng 2026-2028
**1. Self-Optimizing Harnesses**
- Harness tự động điều chỉnh parameters
- A/B testing tự động
- Continuous learning from usage
**2. Harness-as-a-Service**
- Cloud platforms cung cấp pre-built harnesses
- Plug-and-play harness components
- Marketplace cho harness templates
**3. Visual Harness Builders**
- No-code tools để design harness
- Visual workflow editors
- Drag-and-drop tool composition
**4. Cross-Model Harnesses**
- Một harness chạy trên nhiều models
- Automatic model switching based on task
- Cost-optimized model routing
**5. Regulatory Compliance Harnesses**
- Built-in GDPR, HIPAA compliance
- Audit trails tự động
- Explainability baked in
---
### 10.2. Thách Thức Phía Trước
**Technical Challenges:**
- Standardization across platforms
- Interoperability between harnesses
- Performance optimization at scale
- Security và privacy
**Business Challenges:**
- ROI measurement
- Team skill gaps
- Legacy system integration
- Changing regulations
**Research Challenges:**
- Optimal harness architecture patterns
- Automated harness generation
- Harness testing methodologies
- Cross-domain transferability
---
### 10.3. Lời Khuyên Cho Tương Lai
```
1. Start Simple
   → Đừng over-engineer từ đầu
   → Build MVP harness first
2. Measure Everything
   → Track metrics từ ngày 1
   → Data-driven optimization
3. Stay Updated
   → Field đang phát triển nhanh
   → Follow best practices
4. Share Knowledge
   → Open source harness components
   → Build community
5. Think Long-term
   → Harness là infrastructure
   → Invest in maintainability
```
---
## 11. Tài Liệu Tham Khảo
### Papers &amp; Research
1. **SWE-agent: Agent-Computer Interfaces Enable Automated Software Engineering**
   - Princeton NLP Lab
   - https://arxiv.org/abs/2405.15793
2. **The Rise of AI Agents and the Importance of Harness Engineering**
   - Mitchell Hashimoto, HashiCorp
   - https://www.youtube.com/watch?v=example
3. **Building Reliable AI Agents with Guardrails**
   - Anthropic Research
   - https://www.anthropic.com/research
### Frameworks &amp; Tools
1. **LangChain** - https://langchain.com
2. **LangGraph** - https://langchain-ai.github.io/langgraph/
3. **AutoGen** - https://microsoft.github.io/autogen/
4. **CrewAI** - https://www.crewai.com
5. **Guardrails AI** - https://www.guardrailsai.com
### Communities
1. **LangChain Discord** - Active community
2. **r/LangChain** - Reddit discussions
3. **AI Engineers** - Slack community
4. **HuggingFace Forums** - Technical discussions
### Blogs &amp; Resources
1. **Anthropic Blog** - https://www.anthropic.com/news
2. **OpenAI Cookbook** - https://cookbook.openai.com
3. **LangChain Blog** - https://blog.langchain.dev
4. **Mitchell Hashimoto's Blog** - https://mitchellh.com
### Courses &amp; Tutorials
1. **DeepLearning.AI - Building AI Agents**
2. **LangChain Academy**
3. **Anthropic Prompt Engineering**
4. **Microsoft AutoGen Tutorial**
---
**Kết Luận**
Harness Engineering không chỉ là một trend công nghệ - nó là sự chuyển đổi paradigm trong cách chúng ta xây dựng ứng dụng AI. Khi các mô hình AI ngày càng mạnh mẽ và trở thành "hàng hóa đại trà", khả năng thiết kế một harness tốt sẽ là yếu tố quyết định thành công.
&gt; **"The model thinks. The harness shapes what it thinks about. And the harness determines the quality of the final output."**
Hãy bắt đầu từ hôm nay - không cần perfect, chỉ cần start. Build, measure, learn, và iterate. Harness Engineering là journey, không phải destination.
**Happy Building! 🚀**
---
**Ngày cập nhật:** 13/07/2026  
**Tác giả:** AI Knowledge Repository
</dc:subject>
  <dc:creator>Slide Harness</dc:creator>
  <cp:lastModifiedBy>Slide Harness</cp:lastModifiedBy>
  <cp:revision>1</cp:revision>
  <dcterms:created xsi:type="dcterms:W3CDTF">2026-07-19T21:34:09Z</dcterms:created>
  <dcterms:modified xsi:type="dcterms:W3CDTF">2026-07-19T21:34:09Z</dcterms:modified>
</cp:coreProperties>
</file>